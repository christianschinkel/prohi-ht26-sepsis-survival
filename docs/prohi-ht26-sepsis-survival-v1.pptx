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 id="2147483648" r:id="rId5"/>
  </p:sldMasterIdLst>
  <p:notesMasterIdLst>
    <p:notesMasterId r:id="rId28"/>
  </p:notesMasterIdLst>
  <p:handoutMasterIdLst>
    <p:handoutMasterId r:id="rId29"/>
  </p:handoutMasterIdLst>
  <p:sldIdLst>
    <p:sldId id="282" r:id="rId6"/>
    <p:sldId id="283" r:id="rId7"/>
    <p:sldId id="306" r:id="rId8"/>
    <p:sldId id="324" r:id="rId9"/>
    <p:sldId id="301" r:id="rId10"/>
    <p:sldId id="311" r:id="rId11"/>
    <p:sldId id="325" r:id="rId12"/>
    <p:sldId id="326" r:id="rId13"/>
    <p:sldId id="314" r:id="rId14"/>
    <p:sldId id="328" r:id="rId15"/>
    <p:sldId id="329" r:id="rId16"/>
    <p:sldId id="317" r:id="rId17"/>
    <p:sldId id="330" r:id="rId18"/>
    <p:sldId id="319" r:id="rId19"/>
    <p:sldId id="320" r:id="rId20"/>
    <p:sldId id="331" r:id="rId21"/>
    <p:sldId id="332" r:id="rId22"/>
    <p:sldId id="333" r:id="rId23"/>
    <p:sldId id="335" r:id="rId24"/>
    <p:sldId id="336" r:id="rId25"/>
    <p:sldId id="337" r:id="rId26"/>
    <p:sldId id="305" r:id="rId27"/>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ktioner" id="{6E6E6ECD-356C-4D49-9D22-22C3E7AF66C1}">
          <p14:sldIdLst>
            <p14:sldId id="282"/>
            <p14:sldId id="283"/>
            <p14:sldId id="306"/>
            <p14:sldId id="324"/>
          </p14:sldIdLst>
        </p14:section>
        <p14:section name="Presentation" id="{B972C155-D5BF-46A7-B591-A42909CFC1FA}">
          <p14:sldIdLst/>
        </p14:section>
        <p14:section name="Agenda" id="{777D259E-E9B5-3F47-995B-E31A100D318E}">
          <p14:sldIdLst>
            <p14:sldId id="301"/>
          </p14:sldIdLst>
        </p14:section>
        <p14:section name="MAIN-content" id="{15C6094C-B1DA-304F-A792-2D4F8D0B1AD7}">
          <p14:sldIdLst>
            <p14:sldId id="311"/>
            <p14:sldId id="325"/>
            <p14:sldId id="326"/>
          </p14:sldIdLst>
        </p14:section>
        <p14:section name="Dataset" id="{638BDFC8-0FE0-864F-80F6-A645393D039E}">
          <p14:sldIdLst>
            <p14:sldId id="314"/>
            <p14:sldId id="328"/>
            <p14:sldId id="329"/>
            <p14:sldId id="317"/>
            <p14:sldId id="330"/>
          </p14:sldIdLst>
        </p14:section>
        <p14:section name="Plan" id="{FAE0426E-9EC4-F244-B03A-95E207BD2164}">
          <p14:sldIdLst>
            <p14:sldId id="319"/>
            <p14:sldId id="320"/>
            <p14:sldId id="331"/>
            <p14:sldId id="332"/>
            <p14:sldId id="333"/>
            <p14:sldId id="335"/>
            <p14:sldId id="336"/>
          </p14:sldIdLst>
        </p14:section>
        <p14:section name="AI Policy" id="{F2DD7FD3-7FF1-1840-9391-8EE47E6FE5EB}">
          <p14:sldIdLst>
            <p14:sldId id="337"/>
          </p14:sldIdLst>
        </p14:section>
        <p14:section name="Endnotes" id="{9F072097-D152-7046-9F16-7F062C60A16E}">
          <p14:sldIdLst>
            <p14:sldId id="30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0552AA-E825-9B4D-910E-EAF2B48A64D8}" name="Josefine Fahlström" initials="JF" userId="S::josefine@rehngruppen.se::95f19734-20da-42a3-84f5-fc5f81c35d2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F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91C2F2-10C8-D640-A80C-88BFC2EA3759}" v="2" dt="2026-09-27T13:42:01.447"/>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25" autoAdjust="0"/>
    <p:restoredTop sz="96170" autoAdjust="0"/>
  </p:normalViewPr>
  <p:slideViewPr>
    <p:cSldViewPr snapToGrid="0">
      <p:cViewPr varScale="1">
        <p:scale>
          <a:sx n="60" d="100"/>
          <a:sy n="60" d="100"/>
        </p:scale>
        <p:origin x="208" y="14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93" d="100"/>
          <a:sy n="93" d="100"/>
        </p:scale>
        <p:origin x="3184"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Schinkel" userId="cb2818de-03f6-429d-9ef9-28e589a173bb" providerId="ADAL" clId="{6EEAD021-5317-5CCF-B030-1AC33D19602A}"/>
    <pc:docChg chg="custSel addSld delSld addMainMaster modMainMaster modSection">
      <pc:chgData name="Christian Schinkel" userId="cb2818de-03f6-429d-9ef9-28e589a173bb" providerId="ADAL" clId="{6EEAD021-5317-5CCF-B030-1AC33D19602A}" dt="2026-09-27T13:48:44.602" v="3"/>
      <pc:docMkLst>
        <pc:docMk/>
      </pc:docMkLst>
      <pc:sldChg chg="add del">
        <pc:chgData name="Christian Schinkel" userId="cb2818de-03f6-429d-9ef9-28e589a173bb" providerId="ADAL" clId="{6EEAD021-5317-5CCF-B030-1AC33D19602A}" dt="2026-09-27T13:48:44.602" v="3"/>
        <pc:sldMkLst>
          <pc:docMk/>
          <pc:sldMk cId="0" sldId="256"/>
        </pc:sldMkLst>
      </pc:sldChg>
      <pc:sldChg chg="del">
        <pc:chgData name="Christian Schinkel" userId="cb2818de-03f6-429d-9ef9-28e589a173bb" providerId="ADAL" clId="{6EEAD021-5317-5CCF-B030-1AC33D19602A}" dt="2026-09-27T13:48:44.599" v="2"/>
        <pc:sldMkLst>
          <pc:docMk/>
          <pc:sldMk cId="1507796391" sldId="309"/>
        </pc:sldMkLst>
      </pc:sldChg>
      <pc:sldChg chg="add">
        <pc:chgData name="Christian Schinkel" userId="cb2818de-03f6-429d-9ef9-28e589a173bb" providerId="ADAL" clId="{6EEAD021-5317-5CCF-B030-1AC33D19602A}" dt="2026-09-27T13:48:37.773" v="1"/>
        <pc:sldMkLst>
          <pc:docMk/>
          <pc:sldMk cId="1654927533" sldId="337"/>
        </pc:sldMkLst>
      </pc:sldChg>
      <pc:sldMasterChg chg="add addSldLayout modSldLayout">
        <pc:chgData name="Christian Schinkel" userId="cb2818de-03f6-429d-9ef9-28e589a173bb" providerId="ADAL" clId="{6EEAD021-5317-5CCF-B030-1AC33D19602A}" dt="2026-09-27T13:48:21.226" v="0"/>
        <pc:sldMasterMkLst>
          <pc:docMk/>
          <pc:sldMasterMk cId="0" sldId="2147483648"/>
        </pc:sldMasterMkLst>
        <pc:sldLayoutChg chg="add mod">
          <pc:chgData name="Christian Schinkel" userId="cb2818de-03f6-429d-9ef9-28e589a173bb" providerId="ADAL" clId="{6EEAD021-5317-5CCF-B030-1AC33D19602A}" dt="2026-09-27T13:48:21.226" v="0"/>
          <pc:sldLayoutMkLst>
            <pc:docMk/>
            <pc:sldMasterMk cId="0" sldId="2147483648"/>
            <pc:sldLayoutMk cId="0" sldId="2147483649"/>
          </pc:sldLayoutMkLst>
        </pc:sldLayoutChg>
      </pc:sldMasterChg>
      <pc:sldMasterChg chg="replId modSldLayout">
        <pc:chgData name="Christian Schinkel" userId="cb2818de-03f6-429d-9ef9-28e589a173bb" providerId="ADAL" clId="{6EEAD021-5317-5CCF-B030-1AC33D19602A}" dt="2026-09-27T13:48:21.226" v="0"/>
        <pc:sldMasterMkLst>
          <pc:docMk/>
          <pc:sldMasterMk cId="149138282" sldId="2147483674"/>
        </pc:sldMasterMkLst>
        <pc:sldLayoutChg chg="replId">
          <pc:chgData name="Christian Schinkel" userId="cb2818de-03f6-429d-9ef9-28e589a173bb" providerId="ADAL" clId="{6EEAD021-5317-5CCF-B030-1AC33D19602A}" dt="2026-09-27T13:48:21.226" v="0"/>
          <pc:sldLayoutMkLst>
            <pc:docMk/>
            <pc:sldMasterMk cId="149138282" sldId="2147483674"/>
            <pc:sldLayoutMk cId="3177692620" sldId="214748367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2CB07928-A75A-F107-620A-42E182A6EB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a:extLst>
              <a:ext uri="{FF2B5EF4-FFF2-40B4-BE49-F238E27FC236}">
                <a16:creationId xmlns:a16="http://schemas.microsoft.com/office/drawing/2014/main" id="{F5CB8B71-ED55-3CBF-1F30-436B288EF81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640C19-4F6C-45C5-B912-E9BC3B732BE0}" type="datetimeFigureOut">
              <a:rPr lang="sv-SE" smtClean="0"/>
              <a:t>2026-09-27</a:t>
            </a:fld>
            <a:endParaRPr lang="sv-SE"/>
          </a:p>
        </p:txBody>
      </p:sp>
      <p:sp>
        <p:nvSpPr>
          <p:cNvPr id="4" name="Platshållare för sidfot 3">
            <a:extLst>
              <a:ext uri="{FF2B5EF4-FFF2-40B4-BE49-F238E27FC236}">
                <a16:creationId xmlns:a16="http://schemas.microsoft.com/office/drawing/2014/main" id="{433D137E-D9E6-E5D5-B137-956C475C75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5" name="Platshållare för bildnummer 4">
            <a:extLst>
              <a:ext uri="{FF2B5EF4-FFF2-40B4-BE49-F238E27FC236}">
                <a16:creationId xmlns:a16="http://schemas.microsoft.com/office/drawing/2014/main" id="{7F92D41C-250D-69B0-3DFB-1935D1F1EA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85218D-4E59-4AD4-B444-209800A8E347}" type="slidenum">
              <a:rPr lang="sv-SE" smtClean="0"/>
              <a:t>‹#›</a:t>
            </a:fld>
            <a:endParaRPr lang="sv-SE"/>
          </a:p>
        </p:txBody>
      </p:sp>
    </p:spTree>
    <p:extLst>
      <p:ext uri="{BB962C8B-B14F-4D97-AF65-F5344CB8AC3E}">
        <p14:creationId xmlns:p14="http://schemas.microsoft.com/office/powerpoint/2010/main" val="359290289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7650A7-E0AD-43B4-860B-B6EA87638F4F}" type="datetimeFigureOut">
              <a:rPr lang="sv-SE" smtClean="0"/>
              <a:t>2026-09-27</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58DAD-563E-44C2-9634-954658D40E65}" type="slidenum">
              <a:rPr lang="sv-SE" smtClean="0"/>
              <a:t>‹#›</a:t>
            </a:fld>
            <a:endParaRPr lang="sv-SE"/>
          </a:p>
        </p:txBody>
      </p:sp>
    </p:spTree>
    <p:extLst>
      <p:ext uri="{BB962C8B-B14F-4D97-AF65-F5344CB8AC3E}">
        <p14:creationId xmlns:p14="http://schemas.microsoft.com/office/powerpoint/2010/main" val="3821070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5"/>
          </p:nvPr>
        </p:nvSpPr>
        <p:spPr/>
        <p:txBody>
          <a:bodyPr/>
          <a:lstStyle/>
          <a:p>
            <a:fld id="{F0758DAD-563E-44C2-9634-954658D40E65}" type="slidenum">
              <a:rPr lang="sv-SE" smtClean="0"/>
              <a:t>1</a:t>
            </a:fld>
            <a:endParaRPr lang="sv-SE" dirty="0"/>
          </a:p>
        </p:txBody>
      </p:sp>
    </p:spTree>
    <p:extLst>
      <p:ext uri="{BB962C8B-B14F-4D97-AF65-F5344CB8AC3E}">
        <p14:creationId xmlns:p14="http://schemas.microsoft.com/office/powerpoint/2010/main" val="4204829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5"/>
          </p:nvPr>
        </p:nvSpPr>
        <p:spPr/>
        <p:txBody>
          <a:bodyPr/>
          <a:lstStyle/>
          <a:p>
            <a:fld id="{F0758DAD-563E-44C2-9634-954658D40E65}" type="slidenum">
              <a:rPr lang="sv-SE" smtClean="0"/>
              <a:t>2</a:t>
            </a:fld>
            <a:endParaRPr lang="sv-SE" dirty="0"/>
          </a:p>
        </p:txBody>
      </p:sp>
    </p:spTree>
    <p:extLst>
      <p:ext uri="{BB962C8B-B14F-4D97-AF65-F5344CB8AC3E}">
        <p14:creationId xmlns:p14="http://schemas.microsoft.com/office/powerpoint/2010/main" val="162668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F0758DAD-563E-44C2-9634-954658D40E65}" type="slidenum">
              <a:rPr lang="sv-SE" smtClean="0"/>
              <a:t>3</a:t>
            </a:fld>
            <a:endParaRPr lang="sv-SE"/>
          </a:p>
        </p:txBody>
      </p:sp>
    </p:spTree>
    <p:extLst>
      <p:ext uri="{BB962C8B-B14F-4D97-AF65-F5344CB8AC3E}">
        <p14:creationId xmlns:p14="http://schemas.microsoft.com/office/powerpoint/2010/main" val="2290351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ubrikbild - kvist">
    <p:spTree>
      <p:nvGrpSpPr>
        <p:cNvPr id="1" name=""/>
        <p:cNvGrpSpPr/>
        <p:nvPr/>
      </p:nvGrpSpPr>
      <p:grpSpPr>
        <a:xfrm>
          <a:off x="0" y="0"/>
          <a:ext cx="0" cy="0"/>
          <a:chOff x="0" y="0"/>
          <a:chExt cx="0" cy="0"/>
        </a:xfrm>
      </p:grpSpPr>
      <p:pic>
        <p:nvPicPr>
          <p:cNvPr id="8" name="Picture 6">
            <a:extLst>
              <a:ext uri="{FF2B5EF4-FFF2-40B4-BE49-F238E27FC236}">
                <a16:creationId xmlns:a16="http://schemas.microsoft.com/office/drawing/2014/main" id="{A515873A-FD41-4820-315E-A137B74F082E}"/>
              </a:ext>
              <a:ext uri="{C183D7F6-B498-43B3-948B-1728B52AA6E4}">
                <adec:decorative xmlns:adec="http://schemas.microsoft.com/office/drawing/2017/decorative" val="1"/>
              </a:ext>
            </a:extLst>
          </p:cNvPr>
          <p:cNvPicPr>
            <a:picLocks noChangeAspect="1"/>
          </p:cNvPicPr>
          <p:nvPr userDrawn="1"/>
        </p:nvPicPr>
        <p:blipFill rotWithShape="1">
          <a:blip r:embed="rId2">
            <a:alphaModFix amt="25000"/>
          </a:blip>
          <a:srcRect b="24133"/>
          <a:stretch/>
        </p:blipFill>
        <p:spPr>
          <a:xfrm>
            <a:off x="3911999" y="3585356"/>
            <a:ext cx="5283200" cy="3276000"/>
          </a:xfrm>
          <a:prstGeom prst="rect">
            <a:avLst/>
          </a:prstGeom>
        </p:spPr>
      </p:pic>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lvl1pPr>
          </a:lstStyle>
          <a:p>
            <a:endParaRPr lang="sv-SE" dirty="0"/>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p:nvPr>
        </p:nvSpPr>
        <p:spPr>
          <a:xfrm>
            <a:off x="623887" y="3046394"/>
            <a:ext cx="10944225" cy="804249"/>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endParaRPr lang="sv-SE"/>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B51074BD-6C45-4FCF-A977-E03D0A6EB9F6}" type="datetime1">
              <a:rPr lang="sv-SE" smtClean="0"/>
              <a:t>2026-09-27</a:t>
            </a:fld>
            <a:endParaRPr lang="sv-SE"/>
          </a:p>
        </p:txBody>
      </p:sp>
      <p:pic>
        <p:nvPicPr>
          <p:cNvPr id="7" name="Bildobjekt 6">
            <a:extLst>
              <a:ext uri="{FF2B5EF4-FFF2-40B4-BE49-F238E27FC236}">
                <a16:creationId xmlns:a16="http://schemas.microsoft.com/office/drawing/2014/main" id="{438D95FB-4B91-FBAA-0146-1B55B51A502B}"/>
              </a:ext>
            </a:extLst>
          </p:cNvPr>
          <p:cNvPicPr>
            <a:picLocks noChangeAspect="1"/>
          </p:cNvPicPr>
          <p:nvPr userDrawn="1"/>
        </p:nvPicPr>
        <p:blipFill>
          <a:blip r:embed="rId3"/>
          <a:stretch>
            <a:fillRect/>
          </a:stretch>
        </p:blipFill>
        <p:spPr bwMode="black">
          <a:xfrm>
            <a:off x="9895256" y="5953507"/>
            <a:ext cx="2296744" cy="864300"/>
          </a:xfrm>
          <a:prstGeom prst="rect">
            <a:avLst/>
          </a:prstGeom>
        </p:spPr>
      </p:pic>
    </p:spTree>
    <p:extLst>
      <p:ext uri="{BB962C8B-B14F-4D97-AF65-F5344CB8AC3E}">
        <p14:creationId xmlns:p14="http://schemas.microsoft.com/office/powerpoint/2010/main" val="31776926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Rubrikbild - e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lvl1pPr>
          </a:lstStyle>
          <a:p>
            <a:endParaRPr lang="sv-SE" dirty="0"/>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p:nvPr>
        </p:nvSpPr>
        <p:spPr>
          <a:xfrm>
            <a:off x="623887" y="3046395"/>
            <a:ext cx="10944225" cy="804249"/>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endParaRPr lang="sv-SE"/>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0F539853-84F3-4A23-8525-80D1222EF800}" type="datetime1">
              <a:rPr lang="sv-SE" smtClean="0"/>
              <a:t>2026-09-27</a:t>
            </a:fld>
            <a:endParaRPr lang="sv-SE"/>
          </a:p>
        </p:txBody>
      </p:sp>
      <p:pic>
        <p:nvPicPr>
          <p:cNvPr id="9" name="Picture 3">
            <a:extLst>
              <a:ext uri="{FF2B5EF4-FFF2-40B4-BE49-F238E27FC236}">
                <a16:creationId xmlns:a16="http://schemas.microsoft.com/office/drawing/2014/main" id="{6B85FD5A-2661-1A40-3003-ABE0810BD448}"/>
              </a:ext>
            </a:extLst>
          </p:cNvPr>
          <p:cNvPicPr>
            <a:picLocks noChangeAspect="1"/>
          </p:cNvPicPr>
          <p:nvPr userDrawn="1"/>
        </p:nvPicPr>
        <p:blipFill rotWithShape="1">
          <a:blip r:embed="rId2">
            <a:alphaModFix amt="25000"/>
          </a:blip>
          <a:srcRect t="2" b="15583"/>
          <a:stretch/>
        </p:blipFill>
        <p:spPr>
          <a:xfrm>
            <a:off x="3680177" y="3330084"/>
            <a:ext cx="6112080" cy="3528000"/>
          </a:xfrm>
          <a:prstGeom prst="rect">
            <a:avLst/>
          </a:prstGeom>
        </p:spPr>
      </p:pic>
      <p:pic>
        <p:nvPicPr>
          <p:cNvPr id="7" name="Bildobjekt 6">
            <a:extLst>
              <a:ext uri="{FF2B5EF4-FFF2-40B4-BE49-F238E27FC236}">
                <a16:creationId xmlns:a16="http://schemas.microsoft.com/office/drawing/2014/main" id="{2FFC4659-1462-8E24-3EF2-FDDDF134CA0D}"/>
              </a:ext>
            </a:extLst>
          </p:cNvPr>
          <p:cNvPicPr>
            <a:picLocks noChangeAspect="1"/>
          </p:cNvPicPr>
          <p:nvPr userDrawn="1"/>
        </p:nvPicPr>
        <p:blipFill>
          <a:blip r:embed="rId3"/>
          <a:stretch>
            <a:fillRect/>
          </a:stretch>
        </p:blipFill>
        <p:spPr bwMode="black">
          <a:xfrm>
            <a:off x="9895256" y="5953507"/>
            <a:ext cx="2296744" cy="864300"/>
          </a:xfrm>
          <a:prstGeom prst="rect">
            <a:avLst/>
          </a:prstGeom>
        </p:spPr>
      </p:pic>
    </p:spTree>
    <p:extLst>
      <p:ext uri="{BB962C8B-B14F-4D97-AF65-F5344CB8AC3E}">
        <p14:creationId xmlns:p14="http://schemas.microsoft.com/office/powerpoint/2010/main" val="34623147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ubrikbild - krono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lvl1pPr>
          </a:lstStyle>
          <a:p>
            <a:endParaRPr lang="sv-SE" dirty="0"/>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p:nvPr>
        </p:nvSpPr>
        <p:spPr>
          <a:xfrm>
            <a:off x="623887" y="3046395"/>
            <a:ext cx="10944225" cy="804249"/>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endParaRPr lang="sv-SE"/>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5C694CBC-9D0A-4C28-8159-8F03D1B934D1}" type="datetime1">
              <a:rPr lang="sv-SE" smtClean="0"/>
              <a:t>2026-09-27</a:t>
            </a:fld>
            <a:endParaRPr lang="sv-SE"/>
          </a:p>
        </p:txBody>
      </p:sp>
      <p:pic>
        <p:nvPicPr>
          <p:cNvPr id="7" name="Picture 1">
            <a:extLst>
              <a:ext uri="{FF2B5EF4-FFF2-40B4-BE49-F238E27FC236}">
                <a16:creationId xmlns:a16="http://schemas.microsoft.com/office/drawing/2014/main" id="{99A88B90-1D13-586E-ADBD-787CC857C4CF}"/>
              </a:ext>
            </a:extLst>
          </p:cNvPr>
          <p:cNvPicPr>
            <a:picLocks noChangeAspect="1"/>
          </p:cNvPicPr>
          <p:nvPr userDrawn="1"/>
        </p:nvPicPr>
        <p:blipFill rotWithShape="1">
          <a:blip r:embed="rId2">
            <a:alphaModFix amt="25000"/>
          </a:blip>
          <a:srcRect b="8849"/>
          <a:stretch/>
        </p:blipFill>
        <p:spPr>
          <a:xfrm>
            <a:off x="3975100" y="3587626"/>
            <a:ext cx="4851400" cy="3276000"/>
          </a:xfrm>
          <a:prstGeom prst="rect">
            <a:avLst/>
          </a:prstGeom>
        </p:spPr>
      </p:pic>
      <p:pic>
        <p:nvPicPr>
          <p:cNvPr id="8" name="Bildobjekt 7">
            <a:extLst>
              <a:ext uri="{FF2B5EF4-FFF2-40B4-BE49-F238E27FC236}">
                <a16:creationId xmlns:a16="http://schemas.microsoft.com/office/drawing/2014/main" id="{563C44F6-67CA-FEF3-F8EC-C9A11F77CAE4}"/>
              </a:ext>
            </a:extLst>
          </p:cNvPr>
          <p:cNvPicPr>
            <a:picLocks noChangeAspect="1"/>
          </p:cNvPicPr>
          <p:nvPr userDrawn="1"/>
        </p:nvPicPr>
        <p:blipFill>
          <a:blip r:embed="rId3"/>
          <a:stretch>
            <a:fillRect/>
          </a:stretch>
        </p:blipFill>
        <p:spPr bwMode="black">
          <a:xfrm>
            <a:off x="9895256" y="5953507"/>
            <a:ext cx="2296744" cy="864300"/>
          </a:xfrm>
          <a:prstGeom prst="rect">
            <a:avLst/>
          </a:prstGeom>
        </p:spPr>
      </p:pic>
    </p:spTree>
    <p:extLst>
      <p:ext uri="{BB962C8B-B14F-4D97-AF65-F5344CB8AC3E}">
        <p14:creationId xmlns:p14="http://schemas.microsoft.com/office/powerpoint/2010/main" val="6559697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Rubrik, text och stor bild">
    <p:spTree>
      <p:nvGrpSpPr>
        <p:cNvPr id="1" name=""/>
        <p:cNvGrpSpPr/>
        <p:nvPr/>
      </p:nvGrpSpPr>
      <p:grpSpPr>
        <a:xfrm>
          <a:off x="0" y="0"/>
          <a:ext cx="0" cy="0"/>
          <a:chOff x="0" y="0"/>
          <a:chExt cx="0" cy="0"/>
        </a:xfrm>
      </p:grpSpPr>
      <p:sp>
        <p:nvSpPr>
          <p:cNvPr id="11" name="Rubrik 10">
            <a:extLst>
              <a:ext uri="{FF2B5EF4-FFF2-40B4-BE49-F238E27FC236}">
                <a16:creationId xmlns:a16="http://schemas.microsoft.com/office/drawing/2014/main" id="{3B78B7EB-C08E-D58F-9919-F81BF636B1DC}"/>
              </a:ext>
            </a:extLst>
          </p:cNvPr>
          <p:cNvSpPr>
            <a:spLocks noGrp="1"/>
          </p:cNvSpPr>
          <p:nvPr>
            <p:ph type="title"/>
          </p:nvPr>
        </p:nvSpPr>
        <p:spPr>
          <a:xfrm>
            <a:off x="623887" y="334645"/>
            <a:ext cx="5148263" cy="692150"/>
          </a:xfrm>
        </p:spPr>
        <p:txBody>
          <a:bodyPr/>
          <a:lstStyle/>
          <a:p>
            <a:r>
              <a:rPr lang="en-US"/>
              <a:t>Click to edit Master title style</a:t>
            </a:r>
            <a:endParaRPr lang="sv-SE" dirty="0"/>
          </a:p>
        </p:txBody>
      </p:sp>
      <p:sp>
        <p:nvSpPr>
          <p:cNvPr id="10" name="Platshållare för text 9">
            <a:extLst>
              <a:ext uri="{FF2B5EF4-FFF2-40B4-BE49-F238E27FC236}">
                <a16:creationId xmlns:a16="http://schemas.microsoft.com/office/drawing/2014/main" id="{8FF0C923-5139-430D-4B76-F572F1B7985E}"/>
              </a:ext>
            </a:extLst>
          </p:cNvPr>
          <p:cNvSpPr>
            <a:spLocks noGrp="1"/>
          </p:cNvSpPr>
          <p:nvPr>
            <p:ph type="body" sz="quarter" idx="13"/>
          </p:nvPr>
        </p:nvSpPr>
        <p:spPr>
          <a:xfrm>
            <a:off x="623888" y="1196975"/>
            <a:ext cx="5148263"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bild 2">
            <a:extLst>
              <a:ext uri="{FF2B5EF4-FFF2-40B4-BE49-F238E27FC236}">
                <a16:creationId xmlns:a16="http://schemas.microsoft.com/office/drawing/2014/main" id="{3827E8E1-C8D9-4B0C-9F54-7001360B6DB0}"/>
              </a:ext>
            </a:extLst>
          </p:cNvPr>
          <p:cNvSpPr>
            <a:spLocks noGrp="1"/>
          </p:cNvSpPr>
          <p:nvPr>
            <p:ph type="pic" idx="1" hasCustomPrompt="1"/>
          </p:nvPr>
        </p:nvSpPr>
        <p:spPr>
          <a:xfrm>
            <a:off x="6419850" y="0"/>
            <a:ext cx="5772150" cy="6857999"/>
          </a:xfrm>
        </p:spPr>
        <p:txBody>
          <a:bodyPr lIns="36000" tIns="72000" rIns="0"/>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 Klicka på ikonen för att lägga till en bild</a:t>
            </a:r>
          </a:p>
        </p:txBody>
      </p:sp>
      <p:sp>
        <p:nvSpPr>
          <p:cNvPr id="7" name="Platshållare för bildnummer 6">
            <a:extLst>
              <a:ext uri="{FF2B5EF4-FFF2-40B4-BE49-F238E27FC236}">
                <a16:creationId xmlns:a16="http://schemas.microsoft.com/office/drawing/2014/main" id="{BC5C5AB0-F210-4270-9F00-E64EE6E2CCD3}"/>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6" name="Platshållare för sidfot 5">
            <a:extLst>
              <a:ext uri="{FF2B5EF4-FFF2-40B4-BE49-F238E27FC236}">
                <a16:creationId xmlns:a16="http://schemas.microsoft.com/office/drawing/2014/main" id="{88BBB9DA-077E-4748-B71A-39B1A6673FED}"/>
              </a:ext>
            </a:extLst>
          </p:cNvPr>
          <p:cNvSpPr>
            <a:spLocks noGrp="1"/>
          </p:cNvSpPr>
          <p:nvPr>
            <p:ph type="ftr" sz="quarter" idx="11"/>
          </p:nvPr>
        </p:nvSpPr>
        <p:spPr/>
        <p:txBody>
          <a:bodyPr/>
          <a:lstStyle/>
          <a:p>
            <a:endParaRPr lang="sv-SE"/>
          </a:p>
        </p:txBody>
      </p:sp>
      <p:sp>
        <p:nvSpPr>
          <p:cNvPr id="5" name="Platshållare för datum 4">
            <a:extLst>
              <a:ext uri="{FF2B5EF4-FFF2-40B4-BE49-F238E27FC236}">
                <a16:creationId xmlns:a16="http://schemas.microsoft.com/office/drawing/2014/main" id="{DC5274B3-FC50-4805-83A6-333B89BE4062}"/>
              </a:ext>
            </a:extLst>
          </p:cNvPr>
          <p:cNvSpPr>
            <a:spLocks noGrp="1"/>
          </p:cNvSpPr>
          <p:nvPr>
            <p:ph type="dt" sz="half" idx="10"/>
          </p:nvPr>
        </p:nvSpPr>
        <p:spPr/>
        <p:txBody>
          <a:bodyPr/>
          <a:lstStyle/>
          <a:p>
            <a:fld id="{643E4B1A-67D0-4D16-B5AA-C1FAC55098A4}" type="datetime1">
              <a:rPr lang="sv-SE" smtClean="0"/>
              <a:t>2026-09-27</a:t>
            </a:fld>
            <a:endParaRPr lang="sv-SE"/>
          </a:p>
        </p:txBody>
      </p:sp>
    </p:spTree>
    <p:extLst>
      <p:ext uri="{BB962C8B-B14F-4D97-AF65-F5344CB8AC3E}">
        <p14:creationId xmlns:p14="http://schemas.microsoft.com/office/powerpoint/2010/main" val="3257198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ubrik, text och liten bild">
    <p:spTree>
      <p:nvGrpSpPr>
        <p:cNvPr id="1" name=""/>
        <p:cNvGrpSpPr/>
        <p:nvPr/>
      </p:nvGrpSpPr>
      <p:grpSpPr>
        <a:xfrm>
          <a:off x="0" y="0"/>
          <a:ext cx="0" cy="0"/>
          <a:chOff x="0" y="0"/>
          <a:chExt cx="0" cy="0"/>
        </a:xfrm>
      </p:grpSpPr>
      <p:sp>
        <p:nvSpPr>
          <p:cNvPr id="11" name="Rubrik 10">
            <a:extLst>
              <a:ext uri="{FF2B5EF4-FFF2-40B4-BE49-F238E27FC236}">
                <a16:creationId xmlns:a16="http://schemas.microsoft.com/office/drawing/2014/main" id="{3B78B7EB-C08E-D58F-9919-F81BF636B1DC}"/>
              </a:ext>
            </a:extLst>
          </p:cNvPr>
          <p:cNvSpPr>
            <a:spLocks noGrp="1"/>
          </p:cNvSpPr>
          <p:nvPr>
            <p:ph type="title"/>
          </p:nvPr>
        </p:nvSpPr>
        <p:spPr>
          <a:xfrm>
            <a:off x="623887" y="334645"/>
            <a:ext cx="5148263" cy="692150"/>
          </a:xfrm>
        </p:spPr>
        <p:txBody>
          <a:bodyPr/>
          <a:lstStyle/>
          <a:p>
            <a:r>
              <a:rPr lang="en-US"/>
              <a:t>Click to edit Master title style</a:t>
            </a:r>
            <a:endParaRPr lang="sv-SE" dirty="0"/>
          </a:p>
        </p:txBody>
      </p:sp>
      <p:sp>
        <p:nvSpPr>
          <p:cNvPr id="10" name="Platshållare för text 9">
            <a:extLst>
              <a:ext uri="{FF2B5EF4-FFF2-40B4-BE49-F238E27FC236}">
                <a16:creationId xmlns:a16="http://schemas.microsoft.com/office/drawing/2014/main" id="{8FF0C923-5139-430D-4B76-F572F1B7985E}"/>
              </a:ext>
            </a:extLst>
          </p:cNvPr>
          <p:cNvSpPr>
            <a:spLocks noGrp="1"/>
          </p:cNvSpPr>
          <p:nvPr>
            <p:ph type="body" sz="quarter" idx="13"/>
          </p:nvPr>
        </p:nvSpPr>
        <p:spPr>
          <a:xfrm>
            <a:off x="623888" y="1196975"/>
            <a:ext cx="5148263"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bild 2">
            <a:extLst>
              <a:ext uri="{FF2B5EF4-FFF2-40B4-BE49-F238E27FC236}">
                <a16:creationId xmlns:a16="http://schemas.microsoft.com/office/drawing/2014/main" id="{3827E8E1-C8D9-4B0C-9F54-7001360B6DB0}"/>
              </a:ext>
            </a:extLst>
          </p:cNvPr>
          <p:cNvSpPr>
            <a:spLocks noGrp="1"/>
          </p:cNvSpPr>
          <p:nvPr>
            <p:ph type="pic" idx="1" hasCustomPrompt="1"/>
          </p:nvPr>
        </p:nvSpPr>
        <p:spPr>
          <a:xfrm>
            <a:off x="6419850" y="620713"/>
            <a:ext cx="5148262" cy="5364162"/>
          </a:xfrm>
        </p:spPr>
        <p:txBody>
          <a:bodyPr lIns="36000" tIns="72000" rIns="0"/>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 Klicka på ikonen för att lägga till en bild</a:t>
            </a:r>
          </a:p>
        </p:txBody>
      </p:sp>
      <p:sp>
        <p:nvSpPr>
          <p:cNvPr id="7" name="Platshållare för bildnummer 6">
            <a:extLst>
              <a:ext uri="{FF2B5EF4-FFF2-40B4-BE49-F238E27FC236}">
                <a16:creationId xmlns:a16="http://schemas.microsoft.com/office/drawing/2014/main" id="{BC5C5AB0-F210-4270-9F00-E64EE6E2CCD3}"/>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6" name="Platshållare för sidfot 5">
            <a:extLst>
              <a:ext uri="{FF2B5EF4-FFF2-40B4-BE49-F238E27FC236}">
                <a16:creationId xmlns:a16="http://schemas.microsoft.com/office/drawing/2014/main" id="{88BBB9DA-077E-4748-B71A-39B1A6673FED}"/>
              </a:ext>
            </a:extLst>
          </p:cNvPr>
          <p:cNvSpPr>
            <a:spLocks noGrp="1"/>
          </p:cNvSpPr>
          <p:nvPr>
            <p:ph type="ftr" sz="quarter" idx="11"/>
          </p:nvPr>
        </p:nvSpPr>
        <p:spPr/>
        <p:txBody>
          <a:bodyPr/>
          <a:lstStyle/>
          <a:p>
            <a:endParaRPr lang="sv-SE"/>
          </a:p>
        </p:txBody>
      </p:sp>
      <p:sp>
        <p:nvSpPr>
          <p:cNvPr id="5" name="Platshållare för datum 4">
            <a:extLst>
              <a:ext uri="{FF2B5EF4-FFF2-40B4-BE49-F238E27FC236}">
                <a16:creationId xmlns:a16="http://schemas.microsoft.com/office/drawing/2014/main" id="{DC5274B3-FC50-4805-83A6-333B89BE4062}"/>
              </a:ext>
            </a:extLst>
          </p:cNvPr>
          <p:cNvSpPr>
            <a:spLocks noGrp="1"/>
          </p:cNvSpPr>
          <p:nvPr>
            <p:ph type="dt" sz="half" idx="10"/>
          </p:nvPr>
        </p:nvSpPr>
        <p:spPr/>
        <p:txBody>
          <a:bodyPr/>
          <a:lstStyle/>
          <a:p>
            <a:fld id="{0D4ECCFC-C7F6-4169-9EC3-2ED499031583}" type="datetime1">
              <a:rPr lang="sv-SE" smtClean="0"/>
              <a:t>2026-09-27</a:t>
            </a:fld>
            <a:endParaRPr lang="sv-SE"/>
          </a:p>
        </p:txBody>
      </p:sp>
    </p:spTree>
    <p:extLst>
      <p:ext uri="{BB962C8B-B14F-4D97-AF65-F5344CB8AC3E}">
        <p14:creationId xmlns:p14="http://schemas.microsoft.com/office/powerpoint/2010/main" val="2794813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vå delar">
    <p:spTree>
      <p:nvGrpSpPr>
        <p:cNvPr id="1" name=""/>
        <p:cNvGrpSpPr/>
        <p:nvPr/>
      </p:nvGrpSpPr>
      <p:grpSpPr>
        <a:xfrm>
          <a:off x="0" y="0"/>
          <a:ext cx="0" cy="0"/>
          <a:chOff x="0" y="0"/>
          <a:chExt cx="0" cy="0"/>
        </a:xfrm>
      </p:grpSpPr>
      <p:sp>
        <p:nvSpPr>
          <p:cNvPr id="11" name="Rubrik 10">
            <a:extLst>
              <a:ext uri="{FF2B5EF4-FFF2-40B4-BE49-F238E27FC236}">
                <a16:creationId xmlns:a16="http://schemas.microsoft.com/office/drawing/2014/main" id="{3B78B7EB-C08E-D58F-9919-F81BF636B1DC}"/>
              </a:ext>
            </a:extLst>
          </p:cNvPr>
          <p:cNvSpPr>
            <a:spLocks noGrp="1"/>
          </p:cNvSpPr>
          <p:nvPr>
            <p:ph type="title"/>
          </p:nvPr>
        </p:nvSpPr>
        <p:spPr>
          <a:xfrm>
            <a:off x="623887" y="334645"/>
            <a:ext cx="5148262" cy="692150"/>
          </a:xfrm>
        </p:spPr>
        <p:txBody>
          <a:bodyPr/>
          <a:lstStyle/>
          <a:p>
            <a:r>
              <a:rPr lang="en-US"/>
              <a:t>Click to edit Master title style</a:t>
            </a:r>
            <a:endParaRPr lang="sv-SE" dirty="0"/>
          </a:p>
        </p:txBody>
      </p:sp>
      <p:sp>
        <p:nvSpPr>
          <p:cNvPr id="10" name="Platshållare för text 9">
            <a:extLst>
              <a:ext uri="{FF2B5EF4-FFF2-40B4-BE49-F238E27FC236}">
                <a16:creationId xmlns:a16="http://schemas.microsoft.com/office/drawing/2014/main" id="{8FF0C923-5139-430D-4B76-F572F1B7985E}"/>
              </a:ext>
            </a:extLst>
          </p:cNvPr>
          <p:cNvSpPr>
            <a:spLocks noGrp="1"/>
          </p:cNvSpPr>
          <p:nvPr>
            <p:ph type="body" sz="quarter" idx="13"/>
          </p:nvPr>
        </p:nvSpPr>
        <p:spPr>
          <a:xfrm>
            <a:off x="623888" y="1196975"/>
            <a:ext cx="5148262"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text 9">
            <a:extLst>
              <a:ext uri="{FF2B5EF4-FFF2-40B4-BE49-F238E27FC236}">
                <a16:creationId xmlns:a16="http://schemas.microsoft.com/office/drawing/2014/main" id="{98BADF9E-A12F-356B-E3C2-04A1281C3127}"/>
              </a:ext>
            </a:extLst>
          </p:cNvPr>
          <p:cNvSpPr>
            <a:spLocks noGrp="1"/>
          </p:cNvSpPr>
          <p:nvPr>
            <p:ph type="body" sz="quarter" idx="14"/>
          </p:nvPr>
        </p:nvSpPr>
        <p:spPr>
          <a:xfrm>
            <a:off x="6419851" y="1196975"/>
            <a:ext cx="5148262"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nummer 6">
            <a:extLst>
              <a:ext uri="{FF2B5EF4-FFF2-40B4-BE49-F238E27FC236}">
                <a16:creationId xmlns:a16="http://schemas.microsoft.com/office/drawing/2014/main" id="{BC5C5AB0-F210-4270-9F00-E64EE6E2CCD3}"/>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6" name="Platshållare för sidfot 5">
            <a:extLst>
              <a:ext uri="{FF2B5EF4-FFF2-40B4-BE49-F238E27FC236}">
                <a16:creationId xmlns:a16="http://schemas.microsoft.com/office/drawing/2014/main" id="{88BBB9DA-077E-4748-B71A-39B1A6673FED}"/>
              </a:ext>
            </a:extLst>
          </p:cNvPr>
          <p:cNvSpPr>
            <a:spLocks noGrp="1"/>
          </p:cNvSpPr>
          <p:nvPr>
            <p:ph type="ftr" sz="quarter" idx="11"/>
          </p:nvPr>
        </p:nvSpPr>
        <p:spPr/>
        <p:txBody>
          <a:bodyPr/>
          <a:lstStyle/>
          <a:p>
            <a:endParaRPr lang="sv-SE"/>
          </a:p>
        </p:txBody>
      </p:sp>
      <p:sp>
        <p:nvSpPr>
          <p:cNvPr id="5" name="Platshållare för datum 4">
            <a:extLst>
              <a:ext uri="{FF2B5EF4-FFF2-40B4-BE49-F238E27FC236}">
                <a16:creationId xmlns:a16="http://schemas.microsoft.com/office/drawing/2014/main" id="{DC5274B3-FC50-4805-83A6-333B89BE4062}"/>
              </a:ext>
            </a:extLst>
          </p:cNvPr>
          <p:cNvSpPr>
            <a:spLocks noGrp="1"/>
          </p:cNvSpPr>
          <p:nvPr>
            <p:ph type="dt" sz="half" idx="10"/>
          </p:nvPr>
        </p:nvSpPr>
        <p:spPr/>
        <p:txBody>
          <a:bodyPr/>
          <a:lstStyle/>
          <a:p>
            <a:fld id="{AE8B7AEC-EA51-4EC6-AD4F-20307B092D6F}" type="datetime1">
              <a:rPr lang="sv-SE" smtClean="0"/>
              <a:t>2026-09-27</a:t>
            </a:fld>
            <a:endParaRPr lang="sv-SE"/>
          </a:p>
        </p:txBody>
      </p:sp>
    </p:spTree>
    <p:extLst>
      <p:ext uri="{BB962C8B-B14F-4D97-AF65-F5344CB8AC3E}">
        <p14:creationId xmlns:p14="http://schemas.microsoft.com/office/powerpoint/2010/main" val="166115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6B25631-0701-40C3-A2E5-991715C6245C}"/>
              </a:ext>
            </a:extLst>
          </p:cNvPr>
          <p:cNvSpPr>
            <a:spLocks noGrp="1"/>
          </p:cNvSpPr>
          <p:nvPr>
            <p:ph type="title"/>
          </p:nvPr>
        </p:nvSpPr>
        <p:spPr>
          <a:xfrm>
            <a:off x="623887" y="334645"/>
            <a:ext cx="9000000" cy="692150"/>
          </a:xfrm>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4DD60AF-FC73-41DA-8ECD-F5290F6D92CF}"/>
              </a:ext>
            </a:extLst>
          </p:cNvPr>
          <p:cNvSpPr>
            <a:spLocks noGrp="1"/>
          </p:cNvSpPr>
          <p:nvPr>
            <p:ph idx="1"/>
          </p:nvPr>
        </p:nvSpPr>
        <p:spPr>
          <a:xfrm>
            <a:off x="623887" y="1196975"/>
            <a:ext cx="9000000"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6" name="Platshållare för bildnummer 5">
            <a:extLst>
              <a:ext uri="{FF2B5EF4-FFF2-40B4-BE49-F238E27FC236}">
                <a16:creationId xmlns:a16="http://schemas.microsoft.com/office/drawing/2014/main" id="{9C085466-4788-495F-AA4A-842866450A58}"/>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3094C615-7E13-4A8A-90D6-32013DC87285}"/>
              </a:ext>
            </a:extLst>
          </p:cNvPr>
          <p:cNvSpPr>
            <a:spLocks noGrp="1"/>
          </p:cNvSpPr>
          <p:nvPr>
            <p:ph type="ftr" sz="quarter" idx="11"/>
          </p:nvPr>
        </p:nvSpPr>
        <p:spPr/>
        <p:txBody>
          <a:bodyPr/>
          <a:lstStyle/>
          <a:p>
            <a:endParaRPr lang="sv-SE"/>
          </a:p>
        </p:txBody>
      </p:sp>
      <p:sp>
        <p:nvSpPr>
          <p:cNvPr id="4" name="Platshållare för datum 3">
            <a:extLst>
              <a:ext uri="{FF2B5EF4-FFF2-40B4-BE49-F238E27FC236}">
                <a16:creationId xmlns:a16="http://schemas.microsoft.com/office/drawing/2014/main" id="{0976B228-402E-404C-A134-9A6A7E7BB343}"/>
              </a:ext>
            </a:extLst>
          </p:cNvPr>
          <p:cNvSpPr>
            <a:spLocks noGrp="1"/>
          </p:cNvSpPr>
          <p:nvPr>
            <p:ph type="dt" sz="half" idx="10"/>
          </p:nvPr>
        </p:nvSpPr>
        <p:spPr/>
        <p:txBody>
          <a:bodyPr/>
          <a:lstStyle/>
          <a:p>
            <a:fld id="{C7D49F37-9EFB-43E9-B1AA-0A134B35AE81}" type="datetime1">
              <a:rPr lang="sv-SE" smtClean="0"/>
              <a:t>2026-09-27</a:t>
            </a:fld>
            <a:endParaRPr lang="sv-SE"/>
          </a:p>
        </p:txBody>
      </p:sp>
    </p:spTree>
    <p:extLst>
      <p:ext uri="{BB962C8B-B14F-4D97-AF65-F5344CB8AC3E}">
        <p14:creationId xmlns:p14="http://schemas.microsoft.com/office/powerpoint/2010/main" val="45005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Kapitelsida - blå">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tx1"/>
                </a:solidFill>
              </a:defRPr>
            </a:lvl1pPr>
          </a:lstStyle>
          <a:p>
            <a:endParaRPr lang="sv-SE"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lvl1pPr>
              <a:defRPr>
                <a:solidFill>
                  <a:schemeClr val="tx1"/>
                </a:solidFill>
              </a:defRPr>
            </a:lvl1pPr>
          </a:lstStyle>
          <a:p>
            <a:endParaRPr lang="sv-SE"/>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lvl1pPr>
              <a:defRPr>
                <a:solidFill>
                  <a:schemeClr val="tx1"/>
                </a:solidFill>
              </a:defRPr>
            </a:lvl1pPr>
          </a:lstStyle>
          <a:p>
            <a:fld id="{CB88BD0F-71AF-4521-AD7F-1C42293E1D37}" type="datetime1">
              <a:rPr lang="sv-SE" smtClean="0"/>
              <a:t>2026-09-27</a:t>
            </a:fld>
            <a:endParaRPr lang="sv-SE"/>
          </a:p>
        </p:txBody>
      </p:sp>
      <p:pic>
        <p:nvPicPr>
          <p:cNvPr id="10" name="Bildobjekt 8">
            <a:extLst>
              <a:ext uri="{FF2B5EF4-FFF2-40B4-BE49-F238E27FC236}">
                <a16:creationId xmlns:a16="http://schemas.microsoft.com/office/drawing/2014/main" id="{48F77B2E-B0DC-1BF3-E255-96650F6DBEC7}"/>
              </a:ext>
            </a:extLst>
          </p:cNvPr>
          <p:cNvPicPr>
            <a:picLocks noChangeAspect="1"/>
          </p:cNvPicPr>
          <p:nvPr userDrawn="1"/>
        </p:nvPicPr>
        <p:blipFill>
          <a:blip r:embed="rId3"/>
          <a:stretch>
            <a:fillRect/>
          </a:stretch>
        </p:blipFill>
        <p:spPr bwMode="black">
          <a:xfrm>
            <a:off x="10486800" y="6123601"/>
            <a:ext cx="1663200" cy="625889"/>
          </a:xfrm>
          <a:prstGeom prst="rect">
            <a:avLst/>
          </a:prstGeom>
        </p:spPr>
      </p:pic>
    </p:spTree>
    <p:extLst>
      <p:ext uri="{BB962C8B-B14F-4D97-AF65-F5344CB8AC3E}">
        <p14:creationId xmlns:p14="http://schemas.microsoft.com/office/powerpoint/2010/main" val="306517193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apitelsida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tx1"/>
                </a:solidFill>
              </a:defRPr>
            </a:lvl1pPr>
          </a:lstStyle>
          <a:p>
            <a:endParaRPr lang="sv-SE"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lvl1pPr>
              <a:defRPr>
                <a:solidFill>
                  <a:schemeClr val="tx1"/>
                </a:solidFill>
              </a:defRPr>
            </a:lvl1pPr>
          </a:lstStyle>
          <a:p>
            <a:endParaRPr lang="sv-SE"/>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lvl1pPr>
              <a:defRPr>
                <a:solidFill>
                  <a:schemeClr val="tx1"/>
                </a:solidFill>
              </a:defRPr>
            </a:lvl1pPr>
          </a:lstStyle>
          <a:p>
            <a:fld id="{718D8713-1142-4327-A0B3-14822AE2BECC}" type="datetime1">
              <a:rPr lang="sv-SE" smtClean="0"/>
              <a:t>2026-09-27</a:t>
            </a:fld>
            <a:endParaRPr lang="sv-SE"/>
          </a:p>
        </p:txBody>
      </p:sp>
      <p:pic>
        <p:nvPicPr>
          <p:cNvPr id="10" name="Bildobjekt 8">
            <a:extLst>
              <a:ext uri="{FF2B5EF4-FFF2-40B4-BE49-F238E27FC236}">
                <a16:creationId xmlns:a16="http://schemas.microsoft.com/office/drawing/2014/main" id="{48F77B2E-B0DC-1BF3-E255-96650F6DBEC7}"/>
              </a:ext>
            </a:extLst>
          </p:cNvPr>
          <p:cNvPicPr>
            <a:picLocks noChangeAspect="1"/>
          </p:cNvPicPr>
          <p:nvPr userDrawn="1"/>
        </p:nvPicPr>
        <p:blipFill>
          <a:blip r:embed="rId3"/>
          <a:stretch>
            <a:fillRect/>
          </a:stretch>
        </p:blipFill>
        <p:spPr bwMode="black">
          <a:xfrm>
            <a:off x="10486800" y="6123601"/>
            <a:ext cx="1663200" cy="625889"/>
          </a:xfrm>
          <a:prstGeom prst="rect">
            <a:avLst/>
          </a:prstGeom>
        </p:spPr>
      </p:pic>
    </p:spTree>
    <p:extLst>
      <p:ext uri="{BB962C8B-B14F-4D97-AF65-F5344CB8AC3E}">
        <p14:creationId xmlns:p14="http://schemas.microsoft.com/office/powerpoint/2010/main" val="388863241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sida - grö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tx1"/>
                </a:solidFill>
              </a:defRPr>
            </a:lvl1pPr>
          </a:lstStyle>
          <a:p>
            <a:endParaRPr lang="sv-SE"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lvl1pPr>
              <a:defRPr>
                <a:solidFill>
                  <a:schemeClr val="tx1"/>
                </a:solidFill>
              </a:defRPr>
            </a:lvl1pPr>
          </a:lstStyle>
          <a:p>
            <a:endParaRPr lang="sv-SE"/>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lvl1pPr>
              <a:defRPr>
                <a:solidFill>
                  <a:schemeClr val="tx1"/>
                </a:solidFill>
              </a:defRPr>
            </a:lvl1pPr>
          </a:lstStyle>
          <a:p>
            <a:fld id="{C2F632AA-0142-45B7-8E85-FD026349257C}" type="datetime1">
              <a:rPr lang="sv-SE" smtClean="0"/>
              <a:t>2026-09-27</a:t>
            </a:fld>
            <a:endParaRPr lang="sv-SE"/>
          </a:p>
        </p:txBody>
      </p:sp>
      <p:pic>
        <p:nvPicPr>
          <p:cNvPr id="10" name="Bildobjekt 8">
            <a:extLst>
              <a:ext uri="{FF2B5EF4-FFF2-40B4-BE49-F238E27FC236}">
                <a16:creationId xmlns:a16="http://schemas.microsoft.com/office/drawing/2014/main" id="{48F77B2E-B0DC-1BF3-E255-96650F6DBEC7}"/>
              </a:ext>
            </a:extLst>
          </p:cNvPr>
          <p:cNvPicPr>
            <a:picLocks noChangeAspect="1"/>
          </p:cNvPicPr>
          <p:nvPr userDrawn="1"/>
        </p:nvPicPr>
        <p:blipFill>
          <a:blip r:embed="rId3"/>
          <a:stretch>
            <a:fillRect/>
          </a:stretch>
        </p:blipFill>
        <p:spPr bwMode="black">
          <a:xfrm>
            <a:off x="10486800" y="6123601"/>
            <a:ext cx="1663200" cy="625889"/>
          </a:xfrm>
          <a:prstGeom prst="rect">
            <a:avLst/>
          </a:prstGeom>
        </p:spPr>
      </p:pic>
    </p:spTree>
    <p:extLst>
      <p:ext uri="{BB962C8B-B14F-4D97-AF65-F5344CB8AC3E}">
        <p14:creationId xmlns:p14="http://schemas.microsoft.com/office/powerpoint/2010/main" val="370390689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sida - ljusblå">
    <p:bg>
      <p:bgPr>
        <a:solidFill>
          <a:schemeClr val="accent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bg2"/>
                </a:solidFill>
              </a:defRPr>
            </a:lvl1pPr>
          </a:lstStyle>
          <a:p>
            <a:endParaRPr lang="sv-SE" dirty="0"/>
          </a:p>
        </p:txBody>
      </p:sp>
      <p:sp>
        <p:nvSpPr>
          <p:cNvPr id="8" name="Platshållare för bildnummer 7">
            <a:extLst>
              <a:ext uri="{FF2B5EF4-FFF2-40B4-BE49-F238E27FC236}">
                <a16:creationId xmlns:a16="http://schemas.microsoft.com/office/drawing/2014/main" id="{3016E4C3-9E99-B729-232E-84386F1824D9}"/>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AE086683-F536-42AB-ABBC-F4803DFE8DBC}" type="slidenum">
              <a:rPr lang="sv-SE" smtClean="0"/>
              <a:pPr/>
              <a:t>‹#›</a:t>
            </a:fld>
            <a:endParaRPr lang="sv-SE"/>
          </a:p>
        </p:txBody>
      </p:sp>
      <p:sp>
        <p:nvSpPr>
          <p:cNvPr id="7" name="Platshållare för sidfot 6">
            <a:extLst>
              <a:ext uri="{FF2B5EF4-FFF2-40B4-BE49-F238E27FC236}">
                <a16:creationId xmlns:a16="http://schemas.microsoft.com/office/drawing/2014/main" id="{A82196CD-BF64-C9E2-75F5-8DBF87F86D05}"/>
              </a:ext>
            </a:extLst>
          </p:cNvPr>
          <p:cNvSpPr>
            <a:spLocks noGrp="1"/>
          </p:cNvSpPr>
          <p:nvPr>
            <p:ph type="ftr" sz="quarter" idx="11"/>
          </p:nvPr>
        </p:nvSpPr>
        <p:spPr/>
        <p:txBody>
          <a:bodyPr/>
          <a:lstStyle>
            <a:lvl1pPr>
              <a:defRPr>
                <a:solidFill>
                  <a:schemeClr val="bg2"/>
                </a:solidFill>
              </a:defRPr>
            </a:lvl1pPr>
          </a:lstStyle>
          <a:p>
            <a:endParaRPr lang="sv-SE"/>
          </a:p>
        </p:txBody>
      </p:sp>
      <p:sp>
        <p:nvSpPr>
          <p:cNvPr id="3" name="Platshållare för datum 2">
            <a:extLst>
              <a:ext uri="{FF2B5EF4-FFF2-40B4-BE49-F238E27FC236}">
                <a16:creationId xmlns:a16="http://schemas.microsoft.com/office/drawing/2014/main" id="{D3805F1E-D8C8-C0B1-FB03-ECFB5F053C0C}"/>
              </a:ext>
            </a:extLst>
          </p:cNvPr>
          <p:cNvSpPr>
            <a:spLocks noGrp="1"/>
          </p:cNvSpPr>
          <p:nvPr>
            <p:ph type="dt" sz="half" idx="10"/>
          </p:nvPr>
        </p:nvSpPr>
        <p:spPr/>
        <p:txBody>
          <a:bodyPr/>
          <a:lstStyle>
            <a:lvl1pPr>
              <a:defRPr>
                <a:solidFill>
                  <a:schemeClr val="bg2"/>
                </a:solidFill>
              </a:defRPr>
            </a:lvl1pPr>
          </a:lstStyle>
          <a:p>
            <a:fld id="{7B49FC9D-7C32-4E59-A2B3-79162D05DC75}" type="datetime1">
              <a:rPr lang="sv-SE" smtClean="0"/>
              <a:t>2026-09-27</a:t>
            </a:fld>
            <a:endParaRPr lang="sv-SE"/>
          </a:p>
        </p:txBody>
      </p:sp>
      <p:pic>
        <p:nvPicPr>
          <p:cNvPr id="5" name="Bildobjekt 8">
            <a:extLst>
              <a:ext uri="{FF2B5EF4-FFF2-40B4-BE49-F238E27FC236}">
                <a16:creationId xmlns:a16="http://schemas.microsoft.com/office/drawing/2014/main" id="{599D70C6-0B5F-C067-19B6-6A05F81816D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86800" y="6123601"/>
            <a:ext cx="1663200" cy="625888"/>
          </a:xfrm>
          <a:prstGeom prst="rect">
            <a:avLst/>
          </a:prstGeom>
        </p:spPr>
      </p:pic>
    </p:spTree>
    <p:extLst>
      <p:ext uri="{BB962C8B-B14F-4D97-AF65-F5344CB8AC3E}">
        <p14:creationId xmlns:p14="http://schemas.microsoft.com/office/powerpoint/2010/main" val="127370701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ta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hasCustomPrompt="1"/>
          </p:nvPr>
        </p:nvSpPr>
        <p:spPr>
          <a:xfrm>
            <a:off x="635461" y="1757443"/>
            <a:ext cx="9209093" cy="1768511"/>
          </a:xfrm>
        </p:spPr>
        <p:txBody>
          <a:bodyPr anchor="b"/>
          <a:lstStyle>
            <a:lvl1pPr algn="l">
              <a:defRPr sz="5400"/>
            </a:lvl1pPr>
          </a:lstStyle>
          <a:p>
            <a:r>
              <a:rPr lang="sv-SE" dirty="0"/>
              <a:t>”Citat”</a:t>
            </a:r>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hasCustomPrompt="1"/>
          </p:nvPr>
        </p:nvSpPr>
        <p:spPr>
          <a:xfrm>
            <a:off x="635461" y="3607060"/>
            <a:ext cx="9209093" cy="373822"/>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Förnamn Efternamn, titel</a:t>
            </a:r>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endParaRPr lang="sv-SE"/>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68C3B88B-7199-46E8-B955-CD043252A387}" type="datetime1">
              <a:rPr lang="sv-SE" smtClean="0"/>
              <a:t>2026-09-27</a:t>
            </a:fld>
            <a:endParaRPr lang="sv-SE"/>
          </a:p>
        </p:txBody>
      </p:sp>
    </p:spTree>
    <p:extLst>
      <p:ext uri="{BB962C8B-B14F-4D97-AF65-F5344CB8AC3E}">
        <p14:creationId xmlns:p14="http://schemas.microsoft.com/office/powerpoint/2010/main" val="210211689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Endast rubrik - mör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5571902-9019-4326-9DA4-70B9743B49ED}"/>
              </a:ext>
            </a:extLst>
          </p:cNvPr>
          <p:cNvSpPr>
            <a:spLocks noGrp="1"/>
          </p:cNvSpPr>
          <p:nvPr>
            <p:ph type="title"/>
          </p:nvPr>
        </p:nvSpPr>
        <p:spPr/>
        <p:txBody>
          <a:bodyPr/>
          <a:lstStyle/>
          <a:p>
            <a:r>
              <a:rPr lang="en-US"/>
              <a:t>Click to edit Master title style</a:t>
            </a:r>
            <a:endParaRPr lang="sv-SE" dirty="0"/>
          </a:p>
        </p:txBody>
      </p:sp>
      <p:sp>
        <p:nvSpPr>
          <p:cNvPr id="5" name="Platshållare för bildnummer 4">
            <a:extLst>
              <a:ext uri="{FF2B5EF4-FFF2-40B4-BE49-F238E27FC236}">
                <a16:creationId xmlns:a16="http://schemas.microsoft.com/office/drawing/2014/main" id="{3F1E028D-3B14-4181-8E8B-87D9D42D9C5D}"/>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4" name="Platshållare för sidfot 3">
            <a:extLst>
              <a:ext uri="{FF2B5EF4-FFF2-40B4-BE49-F238E27FC236}">
                <a16:creationId xmlns:a16="http://schemas.microsoft.com/office/drawing/2014/main" id="{86059243-015F-4404-ADE1-14E49E0315F6}"/>
              </a:ext>
            </a:extLst>
          </p:cNvPr>
          <p:cNvSpPr>
            <a:spLocks noGrp="1"/>
          </p:cNvSpPr>
          <p:nvPr>
            <p:ph type="ftr" sz="quarter" idx="11"/>
          </p:nvPr>
        </p:nvSpPr>
        <p:spPr/>
        <p:txBody>
          <a:bodyPr/>
          <a:lstStyle/>
          <a:p>
            <a:endParaRPr lang="sv-SE"/>
          </a:p>
        </p:txBody>
      </p:sp>
      <p:sp>
        <p:nvSpPr>
          <p:cNvPr id="3" name="Platshållare för datum 2">
            <a:extLst>
              <a:ext uri="{FF2B5EF4-FFF2-40B4-BE49-F238E27FC236}">
                <a16:creationId xmlns:a16="http://schemas.microsoft.com/office/drawing/2014/main" id="{4B906970-3E04-4D0D-B628-981C4A918A6F}"/>
              </a:ext>
            </a:extLst>
          </p:cNvPr>
          <p:cNvSpPr>
            <a:spLocks noGrp="1"/>
          </p:cNvSpPr>
          <p:nvPr>
            <p:ph type="dt" sz="half" idx="10"/>
          </p:nvPr>
        </p:nvSpPr>
        <p:spPr/>
        <p:txBody>
          <a:bodyPr/>
          <a:lstStyle/>
          <a:p>
            <a:fld id="{E0F06B92-0229-4386-931F-2F6B833066AC}" type="datetime1">
              <a:rPr lang="sv-SE" smtClean="0"/>
              <a:t>2026-09-27</a:t>
            </a:fld>
            <a:endParaRPr lang="sv-SE"/>
          </a:p>
        </p:txBody>
      </p:sp>
    </p:spTree>
    <p:extLst>
      <p:ext uri="{BB962C8B-B14F-4D97-AF65-F5344CB8AC3E}">
        <p14:creationId xmlns:p14="http://schemas.microsoft.com/office/powerpoint/2010/main" val="2193212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reserve="1">
  <p:cSld name="Endast rubrik - ljusblå">
    <p:bg>
      <p:bgPr>
        <a:solidFill>
          <a:schemeClr val="accent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5571902-9019-4326-9DA4-70B9743B49ED}"/>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sv-SE" dirty="0"/>
          </a:p>
        </p:txBody>
      </p:sp>
      <p:sp>
        <p:nvSpPr>
          <p:cNvPr id="5" name="Platshållare för bildnummer 4">
            <a:extLst>
              <a:ext uri="{FF2B5EF4-FFF2-40B4-BE49-F238E27FC236}">
                <a16:creationId xmlns:a16="http://schemas.microsoft.com/office/drawing/2014/main" id="{3F1E028D-3B14-4181-8E8B-87D9D42D9C5D}"/>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AE086683-F536-42AB-ABBC-F4803DFE8DBC}" type="slidenum">
              <a:rPr lang="sv-SE" smtClean="0"/>
              <a:pPr/>
              <a:t>‹#›</a:t>
            </a:fld>
            <a:endParaRPr lang="sv-SE"/>
          </a:p>
        </p:txBody>
      </p:sp>
      <p:sp>
        <p:nvSpPr>
          <p:cNvPr id="4" name="Platshållare för sidfot 3">
            <a:extLst>
              <a:ext uri="{FF2B5EF4-FFF2-40B4-BE49-F238E27FC236}">
                <a16:creationId xmlns:a16="http://schemas.microsoft.com/office/drawing/2014/main" id="{86059243-015F-4404-ADE1-14E49E0315F6}"/>
              </a:ext>
            </a:extLst>
          </p:cNvPr>
          <p:cNvSpPr>
            <a:spLocks noGrp="1"/>
          </p:cNvSpPr>
          <p:nvPr>
            <p:ph type="ftr" sz="quarter" idx="11"/>
          </p:nvPr>
        </p:nvSpPr>
        <p:spPr/>
        <p:txBody>
          <a:bodyPr/>
          <a:lstStyle>
            <a:lvl1pPr>
              <a:defRPr>
                <a:solidFill>
                  <a:schemeClr val="bg2"/>
                </a:solidFill>
              </a:defRPr>
            </a:lvl1pPr>
          </a:lstStyle>
          <a:p>
            <a:endParaRPr lang="sv-SE"/>
          </a:p>
        </p:txBody>
      </p:sp>
      <p:sp>
        <p:nvSpPr>
          <p:cNvPr id="3" name="Platshållare för datum 2">
            <a:extLst>
              <a:ext uri="{FF2B5EF4-FFF2-40B4-BE49-F238E27FC236}">
                <a16:creationId xmlns:a16="http://schemas.microsoft.com/office/drawing/2014/main" id="{4B906970-3E04-4D0D-B628-981C4A918A6F}"/>
              </a:ext>
            </a:extLst>
          </p:cNvPr>
          <p:cNvSpPr>
            <a:spLocks noGrp="1"/>
          </p:cNvSpPr>
          <p:nvPr>
            <p:ph type="dt" sz="half" idx="10"/>
          </p:nvPr>
        </p:nvSpPr>
        <p:spPr/>
        <p:txBody>
          <a:bodyPr/>
          <a:lstStyle>
            <a:lvl1pPr>
              <a:defRPr>
                <a:solidFill>
                  <a:schemeClr val="bg2"/>
                </a:solidFill>
              </a:defRPr>
            </a:lvl1pPr>
          </a:lstStyle>
          <a:p>
            <a:fld id="{EE04F787-9230-40DF-B7DB-331DC9727D74}" type="datetime1">
              <a:rPr lang="sv-SE" smtClean="0"/>
              <a:t>2026-09-27</a:t>
            </a:fld>
            <a:endParaRPr lang="sv-SE"/>
          </a:p>
        </p:txBody>
      </p:sp>
      <p:pic>
        <p:nvPicPr>
          <p:cNvPr id="6" name="Bildobjekt 8">
            <a:extLst>
              <a:ext uri="{FF2B5EF4-FFF2-40B4-BE49-F238E27FC236}">
                <a16:creationId xmlns:a16="http://schemas.microsoft.com/office/drawing/2014/main" id="{8918E4C6-E157-5D35-4C91-34D262D1AF8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86800" y="6123601"/>
            <a:ext cx="1663200" cy="625888"/>
          </a:xfrm>
          <a:prstGeom prst="rect">
            <a:avLst/>
          </a:prstGeom>
        </p:spPr>
      </p:pic>
    </p:spTree>
    <p:extLst>
      <p:ext uri="{BB962C8B-B14F-4D97-AF65-F5344CB8AC3E}">
        <p14:creationId xmlns:p14="http://schemas.microsoft.com/office/powerpoint/2010/main" val="1544632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lutsida">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2490823"/>
            <a:ext cx="10944225" cy="931862"/>
          </a:xfrm>
        </p:spPr>
        <p:txBody>
          <a:bodyPr anchor="b"/>
          <a:lstStyle>
            <a:lvl1pPr algn="l">
              <a:defRPr sz="6000">
                <a:solidFill>
                  <a:schemeClr val="tx1"/>
                </a:solidFill>
              </a:defRPr>
            </a:lvl1pPr>
          </a:lstStyle>
          <a:p>
            <a:endParaRPr lang="sv-SE" dirty="0"/>
          </a:p>
        </p:txBody>
      </p:sp>
      <p:sp>
        <p:nvSpPr>
          <p:cNvPr id="8" name="Platshållare för bildnummer 7">
            <a:extLst>
              <a:ext uri="{FF2B5EF4-FFF2-40B4-BE49-F238E27FC236}">
                <a16:creationId xmlns:a16="http://schemas.microsoft.com/office/drawing/2014/main" id="{3016E4C3-9E99-B729-232E-84386F1824D9}"/>
              </a:ext>
            </a:extLst>
          </p:cNvPr>
          <p:cNvSpPr>
            <a:spLocks noGrp="1"/>
          </p:cNvSpPr>
          <p:nvPr>
            <p:ph type="sldNum" sz="quarter" idx="12"/>
          </p:nvPr>
        </p:nvSpPr>
        <p:spPr>
          <a:xfrm>
            <a:off x="538827" y="7142162"/>
            <a:ext cx="331152" cy="152400"/>
          </a:xfrm>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7" name="Platshållare för sidfot 6">
            <a:extLst>
              <a:ext uri="{FF2B5EF4-FFF2-40B4-BE49-F238E27FC236}">
                <a16:creationId xmlns:a16="http://schemas.microsoft.com/office/drawing/2014/main" id="{A82196CD-BF64-C9E2-75F5-8DBF87F86D05}"/>
              </a:ext>
            </a:extLst>
          </p:cNvPr>
          <p:cNvSpPr>
            <a:spLocks noGrp="1"/>
          </p:cNvSpPr>
          <p:nvPr>
            <p:ph type="ftr" sz="quarter" idx="11"/>
          </p:nvPr>
        </p:nvSpPr>
        <p:spPr>
          <a:xfrm>
            <a:off x="989360" y="7142162"/>
            <a:ext cx="4373880" cy="152400"/>
          </a:xfrm>
        </p:spPr>
        <p:txBody>
          <a:bodyPr/>
          <a:lstStyle>
            <a:lvl1pPr>
              <a:defRPr>
                <a:solidFill>
                  <a:schemeClr val="tx1"/>
                </a:solidFill>
              </a:defRPr>
            </a:lvl1pPr>
          </a:lstStyle>
          <a:p>
            <a:endParaRPr lang="sv-SE"/>
          </a:p>
        </p:txBody>
      </p:sp>
      <p:sp>
        <p:nvSpPr>
          <p:cNvPr id="3" name="Platshållare för datum 2">
            <a:extLst>
              <a:ext uri="{FF2B5EF4-FFF2-40B4-BE49-F238E27FC236}">
                <a16:creationId xmlns:a16="http://schemas.microsoft.com/office/drawing/2014/main" id="{D3805F1E-D8C8-C0B1-FB03-ECFB5F053C0C}"/>
              </a:ext>
            </a:extLst>
          </p:cNvPr>
          <p:cNvSpPr>
            <a:spLocks noGrp="1"/>
          </p:cNvSpPr>
          <p:nvPr>
            <p:ph type="dt" sz="half" idx="10"/>
          </p:nvPr>
        </p:nvSpPr>
        <p:spPr/>
        <p:txBody>
          <a:bodyPr/>
          <a:lstStyle>
            <a:lvl1pPr>
              <a:defRPr>
                <a:solidFill>
                  <a:schemeClr val="tx1"/>
                </a:solidFill>
              </a:defRPr>
            </a:lvl1pPr>
          </a:lstStyle>
          <a:p>
            <a:fld id="{90A0E724-71C1-44B9-95EE-3658AF63CBF6}" type="datetime1">
              <a:rPr lang="sv-SE" smtClean="0"/>
              <a:t>2026-09-27</a:t>
            </a:fld>
            <a:endParaRPr lang="sv-SE"/>
          </a:p>
        </p:txBody>
      </p:sp>
      <p:pic>
        <p:nvPicPr>
          <p:cNvPr id="9" name="Bildobjekt 8">
            <a:extLst>
              <a:ext uri="{FF2B5EF4-FFF2-40B4-BE49-F238E27FC236}">
                <a16:creationId xmlns:a16="http://schemas.microsoft.com/office/drawing/2014/main" id="{BBC40F68-E7A9-CD97-53A1-9709F93CD7CC}"/>
              </a:ext>
            </a:extLst>
          </p:cNvPr>
          <p:cNvPicPr>
            <a:picLocks noChangeAspect="1"/>
          </p:cNvPicPr>
          <p:nvPr userDrawn="1"/>
        </p:nvPicPr>
        <p:blipFill>
          <a:blip r:embed="rId2"/>
          <a:stretch>
            <a:fillRect/>
          </a:stretch>
        </p:blipFill>
        <p:spPr bwMode="black">
          <a:xfrm>
            <a:off x="4948029" y="5494138"/>
            <a:ext cx="2295942" cy="864000"/>
          </a:xfrm>
          <a:prstGeom prst="rect">
            <a:avLst/>
          </a:prstGeom>
        </p:spPr>
      </p:pic>
      <p:sp>
        <p:nvSpPr>
          <p:cNvPr id="10" name="Underrubrik 2">
            <a:extLst>
              <a:ext uri="{FF2B5EF4-FFF2-40B4-BE49-F238E27FC236}">
                <a16:creationId xmlns:a16="http://schemas.microsoft.com/office/drawing/2014/main" id="{8BC4C205-42FA-7026-F121-AC3A6105F7C7}"/>
              </a:ext>
            </a:extLst>
          </p:cNvPr>
          <p:cNvSpPr>
            <a:spLocks noGrp="1"/>
          </p:cNvSpPr>
          <p:nvPr>
            <p:ph type="subTitle" idx="1" hasCustomPrompt="1"/>
          </p:nvPr>
        </p:nvSpPr>
        <p:spPr>
          <a:xfrm>
            <a:off x="623887" y="3600645"/>
            <a:ext cx="9289609" cy="373822"/>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Namn</a:t>
            </a:r>
          </a:p>
        </p:txBody>
      </p:sp>
      <p:cxnSp>
        <p:nvCxnSpPr>
          <p:cNvPr id="12" name="Rak koppling 11">
            <a:extLst>
              <a:ext uri="{FF2B5EF4-FFF2-40B4-BE49-F238E27FC236}">
                <a16:creationId xmlns:a16="http://schemas.microsoft.com/office/drawing/2014/main" id="{989C65A2-616E-A6CC-2CBB-A2682885539C}"/>
              </a:ext>
            </a:extLst>
          </p:cNvPr>
          <p:cNvCxnSpPr/>
          <p:nvPr userDrawn="1"/>
        </p:nvCxnSpPr>
        <p:spPr>
          <a:xfrm>
            <a:off x="623887" y="5232400"/>
            <a:ext cx="10944225" cy="0"/>
          </a:xfrm>
          <a:prstGeom prst="line">
            <a:avLst/>
          </a:prstGeom>
          <a:ln w="12700">
            <a:solidFill>
              <a:schemeClr val="accent2"/>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9364133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om">
    <p:spTree>
      <p:nvGrpSpPr>
        <p:cNvPr id="1" name=""/>
        <p:cNvGrpSpPr/>
        <p:nvPr/>
      </p:nvGrpSpPr>
      <p:grpSpPr>
        <a:xfrm>
          <a:off x="0" y="0"/>
          <a:ext cx="0" cy="0"/>
          <a:chOff x="0" y="0"/>
          <a:chExt cx="0" cy="0"/>
        </a:xfrm>
      </p:grpSpPr>
      <p:sp>
        <p:nvSpPr>
          <p:cNvPr id="6" name="Rubrik 5">
            <a:extLst>
              <a:ext uri="{FF2B5EF4-FFF2-40B4-BE49-F238E27FC236}">
                <a16:creationId xmlns:a16="http://schemas.microsoft.com/office/drawing/2014/main" id="{329F01DE-5487-1725-1C60-6BD0909EA1B4}"/>
              </a:ext>
            </a:extLst>
          </p:cNvPr>
          <p:cNvSpPr>
            <a:spLocks noGrp="1"/>
          </p:cNvSpPr>
          <p:nvPr>
            <p:ph type="title" hasCustomPrompt="1"/>
          </p:nvPr>
        </p:nvSpPr>
        <p:spPr>
          <a:xfrm>
            <a:off x="623886" y="-834231"/>
            <a:ext cx="10944225" cy="692150"/>
          </a:xfrm>
        </p:spPr>
        <p:txBody>
          <a:bodyPr/>
          <a:lstStyle>
            <a:lvl1pPr>
              <a:defRPr sz="2400">
                <a:solidFill>
                  <a:schemeClr val="bg2"/>
                </a:solidFill>
              </a:defRPr>
            </a:lvl1pPr>
          </a:lstStyle>
          <a:p>
            <a:r>
              <a:rPr lang="sv-SE" dirty="0"/>
              <a:t>Lägg till en rubrik här för tillgänglighetsanpassning</a:t>
            </a:r>
          </a:p>
        </p:txBody>
      </p:sp>
    </p:spTree>
    <p:extLst>
      <p:ext uri="{BB962C8B-B14F-4D97-AF65-F5344CB8AC3E}">
        <p14:creationId xmlns:p14="http://schemas.microsoft.com/office/powerpoint/2010/main" val="1800422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152683E2-9A31-4B47-ACFE-390B6E0AF714}"/>
              </a:ext>
            </a:extLst>
          </p:cNvPr>
          <p:cNvSpPr>
            <a:spLocks noGrp="1"/>
          </p:cNvSpPr>
          <p:nvPr>
            <p:ph type="title"/>
          </p:nvPr>
        </p:nvSpPr>
        <p:spPr>
          <a:xfrm>
            <a:off x="623887" y="334645"/>
            <a:ext cx="10944225" cy="692150"/>
          </a:xfrm>
          <a:prstGeom prst="rect">
            <a:avLst/>
          </a:prstGeom>
        </p:spPr>
        <p:txBody>
          <a:bodyPr vert="horz" lIns="0" tIns="0" rIns="0" bIns="0" rtlCol="0" anchor="b">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81C0710F-3CB3-4F01-9977-A1A69928F1E2}"/>
              </a:ext>
            </a:extLst>
          </p:cNvPr>
          <p:cNvSpPr>
            <a:spLocks noGrp="1"/>
          </p:cNvSpPr>
          <p:nvPr>
            <p:ph type="body" idx="1"/>
          </p:nvPr>
        </p:nvSpPr>
        <p:spPr>
          <a:xfrm>
            <a:off x="623887" y="1196975"/>
            <a:ext cx="10944225" cy="4787900"/>
          </a:xfrm>
          <a:prstGeom prst="rect">
            <a:avLst/>
          </a:prstGeom>
        </p:spPr>
        <p:txBody>
          <a:bodyPr vert="horz" lIns="0" tIns="0" rIns="0" bIns="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a:p>
            <a:pPr lvl="5"/>
            <a:r>
              <a:rPr lang="sv-SE" dirty="0"/>
              <a:t>Nivå 6</a:t>
            </a:r>
          </a:p>
          <a:p>
            <a:pPr lvl="6"/>
            <a:r>
              <a:rPr lang="sv-SE" dirty="0"/>
              <a:t>Nivå 7</a:t>
            </a:r>
          </a:p>
          <a:p>
            <a:pPr lvl="7"/>
            <a:r>
              <a:rPr lang="sv-SE" dirty="0"/>
              <a:t>Nivå 8</a:t>
            </a:r>
          </a:p>
          <a:p>
            <a:pPr lvl="8"/>
            <a:r>
              <a:rPr lang="sv-SE" dirty="0"/>
              <a:t>Nivå 9</a:t>
            </a:r>
          </a:p>
        </p:txBody>
      </p:sp>
      <p:sp>
        <p:nvSpPr>
          <p:cNvPr id="6" name="Platshållare för bildnummer 5">
            <a:extLst>
              <a:ext uri="{FF2B5EF4-FFF2-40B4-BE49-F238E27FC236}">
                <a16:creationId xmlns:a16="http://schemas.microsoft.com/office/drawing/2014/main" id="{37249AA9-CC7D-40E0-9894-3652F2EE8CF5}"/>
              </a:ext>
            </a:extLst>
          </p:cNvPr>
          <p:cNvSpPr>
            <a:spLocks noGrp="1"/>
          </p:cNvSpPr>
          <p:nvPr>
            <p:ph type="sldNum" sz="quarter" idx="4"/>
          </p:nvPr>
        </p:nvSpPr>
        <p:spPr>
          <a:xfrm>
            <a:off x="181518" y="6337300"/>
            <a:ext cx="331152" cy="152400"/>
          </a:xfrm>
          <a:custGeom>
            <a:avLst/>
            <a:gdLst>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55193 w 331152"/>
              <a:gd name="connsiteY1" fmla="*/ 28575 h 152400"/>
              <a:gd name="connsiteX2" fmla="*/ -154539 w 331152"/>
              <a:gd name="connsiteY2" fmla="*/ 171450 h 152400"/>
              <a:gd name="connsiteX0" fmla="*/ 154539 w 485691"/>
              <a:gd name="connsiteY0" fmla="*/ 0 h 171450"/>
              <a:gd name="connsiteX1" fmla="*/ 485691 w 485691"/>
              <a:gd name="connsiteY1" fmla="*/ 0 h 171450"/>
              <a:gd name="connsiteX2" fmla="*/ 485691 w 485691"/>
              <a:gd name="connsiteY2" fmla="*/ 152400 h 171450"/>
              <a:gd name="connsiteX3" fmla="*/ 154539 w 485691"/>
              <a:gd name="connsiteY3" fmla="*/ 152400 h 171450"/>
              <a:gd name="connsiteX4" fmla="*/ 154539 w 485691"/>
              <a:gd name="connsiteY4" fmla="*/ 0 h 171450"/>
              <a:gd name="connsiteX0" fmla="*/ 482545 w 485691"/>
              <a:gd name="connsiteY0" fmla="*/ 0 h 171450"/>
              <a:gd name="connsiteX1" fmla="*/ 482545 w 485691"/>
              <a:gd name="connsiteY1" fmla="*/ 152400 h 171450"/>
              <a:gd name="connsiteX2" fmla="*/ 482545 w 485691"/>
              <a:gd name="connsiteY2" fmla="*/ 0 h 171450"/>
              <a:gd name="connsiteX0" fmla="*/ 482545 w 485691"/>
              <a:gd name="connsiteY0" fmla="*/ 147954 h 171450"/>
              <a:gd name="connsiteX1" fmla="*/ 0 w 485691"/>
              <a:gd name="connsiteY1" fmla="*/ 171450 h 171450"/>
              <a:gd name="connsiteX0" fmla="*/ 0 w 331152"/>
              <a:gd name="connsiteY0" fmla="*/ 0 h 156210"/>
              <a:gd name="connsiteX1" fmla="*/ 331152 w 331152"/>
              <a:gd name="connsiteY1" fmla="*/ 0 h 156210"/>
              <a:gd name="connsiteX2" fmla="*/ 331152 w 331152"/>
              <a:gd name="connsiteY2" fmla="*/ 152400 h 156210"/>
              <a:gd name="connsiteX3" fmla="*/ 0 w 331152"/>
              <a:gd name="connsiteY3" fmla="*/ 152400 h 156210"/>
              <a:gd name="connsiteX4" fmla="*/ 0 w 331152"/>
              <a:gd name="connsiteY4" fmla="*/ 0 h 156210"/>
              <a:gd name="connsiteX0" fmla="*/ 328006 w 331152"/>
              <a:gd name="connsiteY0" fmla="*/ 0 h 156210"/>
              <a:gd name="connsiteX1" fmla="*/ 328006 w 331152"/>
              <a:gd name="connsiteY1" fmla="*/ 152400 h 156210"/>
              <a:gd name="connsiteX2" fmla="*/ 328006 w 331152"/>
              <a:gd name="connsiteY2" fmla="*/ 0 h 156210"/>
              <a:gd name="connsiteX0" fmla="*/ 328006 w 331152"/>
              <a:gd name="connsiteY0" fmla="*/ 147954 h 156210"/>
              <a:gd name="connsiteX1" fmla="*/ 401 w 331152"/>
              <a:gd name="connsiteY1" fmla="*/ 156210 h 156210"/>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329966 w 331152"/>
              <a:gd name="connsiteY1" fmla="*/ 0 h 152400"/>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329966 w 331152"/>
              <a:gd name="connsiteY1" fmla="*/ 0 h 152400"/>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329966 w 331152"/>
              <a:gd name="connsiteY1" fmla="*/ 0 h 152400"/>
              <a:gd name="connsiteX2" fmla="*/ 328006 w 331152"/>
              <a:gd name="connsiteY2" fmla="*/ 147954 h 152400"/>
            </a:gdLst>
            <a:ahLst/>
            <a:cxnLst>
              <a:cxn ang="0">
                <a:pos x="connsiteX0" y="connsiteY0"/>
              </a:cxn>
              <a:cxn ang="0">
                <a:pos x="connsiteX1" y="connsiteY1"/>
              </a:cxn>
              <a:cxn ang="0">
                <a:pos x="connsiteX2" y="connsiteY2"/>
              </a:cxn>
            </a:cxnLst>
            <a:rect l="l" t="t" r="r" b="b"/>
            <a:pathLst>
              <a:path w="331152" h="152400" stroke="0" extrusionOk="0">
                <a:moveTo>
                  <a:pt x="0" y="0"/>
                </a:moveTo>
                <a:lnTo>
                  <a:pt x="331152" y="0"/>
                </a:lnTo>
                <a:lnTo>
                  <a:pt x="331152" y="152400"/>
                </a:lnTo>
                <a:lnTo>
                  <a:pt x="0" y="152400"/>
                </a:lnTo>
                <a:lnTo>
                  <a:pt x="0" y="0"/>
                </a:lnTo>
                <a:close/>
              </a:path>
              <a:path w="331152" h="152400" fill="none" extrusionOk="0">
                <a:moveTo>
                  <a:pt x="328006" y="0"/>
                </a:moveTo>
                <a:lnTo>
                  <a:pt x="328006" y="152400"/>
                </a:lnTo>
                <a:lnTo>
                  <a:pt x="328006" y="0"/>
                </a:lnTo>
                <a:close/>
              </a:path>
              <a:path w="331152" h="152400" fill="none" extrusionOk="0">
                <a:moveTo>
                  <a:pt x="328006" y="147954"/>
                </a:moveTo>
                <a:cubicBezTo>
                  <a:pt x="328659" y="98636"/>
                  <a:pt x="327408" y="154093"/>
                  <a:pt x="329966" y="0"/>
                </a:cubicBezTo>
                <a:lnTo>
                  <a:pt x="328006" y="147954"/>
                </a:lnTo>
                <a:close/>
              </a:path>
            </a:pathLst>
          </a:custGeom>
          <a:ln>
            <a:solidFill>
              <a:schemeClr val="tx1"/>
            </a:solidFill>
          </a:ln>
        </p:spPr>
        <p:txBody>
          <a:bodyPr vert="horz" lIns="0" tIns="0" rIns="108000" bIns="0" rtlCol="0" anchor="b">
            <a:noAutofit/>
          </a:bodyPr>
          <a:lstStyle>
            <a:lvl1pPr algn="r">
              <a:defRPr sz="1000">
                <a:solidFill>
                  <a:schemeClr val="tx2"/>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5C0A3ABB-C906-40E9-AF35-0DB0B3403226}"/>
              </a:ext>
            </a:extLst>
          </p:cNvPr>
          <p:cNvSpPr>
            <a:spLocks noGrp="1"/>
          </p:cNvSpPr>
          <p:nvPr>
            <p:ph type="ftr" sz="quarter" idx="3"/>
          </p:nvPr>
        </p:nvSpPr>
        <p:spPr>
          <a:xfrm>
            <a:off x="632051" y="6337300"/>
            <a:ext cx="4373880" cy="152400"/>
          </a:xfrm>
          <a:prstGeom prst="rect">
            <a:avLst/>
          </a:prstGeom>
        </p:spPr>
        <p:txBody>
          <a:bodyPr vert="horz" lIns="0" tIns="0" rIns="0" bIns="0" rtlCol="0" anchor="b">
            <a:noAutofit/>
          </a:bodyPr>
          <a:lstStyle>
            <a:lvl1pPr algn="l">
              <a:defRPr sz="1000">
                <a:solidFill>
                  <a:schemeClr val="tx2"/>
                </a:solidFill>
              </a:defRPr>
            </a:lvl1pPr>
          </a:lstStyle>
          <a:p>
            <a:endParaRPr lang="sv-SE"/>
          </a:p>
        </p:txBody>
      </p:sp>
      <p:sp>
        <p:nvSpPr>
          <p:cNvPr id="4" name="Platshållare för datum 3">
            <a:extLst>
              <a:ext uri="{FF2B5EF4-FFF2-40B4-BE49-F238E27FC236}">
                <a16:creationId xmlns:a16="http://schemas.microsoft.com/office/drawing/2014/main" id="{907D54BB-8EC7-458A-A082-8AF4306364DF}"/>
              </a:ext>
            </a:extLst>
          </p:cNvPr>
          <p:cNvSpPr>
            <a:spLocks noGrp="1"/>
          </p:cNvSpPr>
          <p:nvPr>
            <p:ph type="dt" sz="half" idx="2"/>
          </p:nvPr>
        </p:nvSpPr>
        <p:spPr>
          <a:xfrm>
            <a:off x="6419850" y="7142162"/>
            <a:ext cx="2743200" cy="152400"/>
          </a:xfrm>
          <a:prstGeom prst="rect">
            <a:avLst/>
          </a:prstGeom>
        </p:spPr>
        <p:txBody>
          <a:bodyPr vert="horz" lIns="0" tIns="0" rIns="0" bIns="0" rtlCol="0" anchor="b">
            <a:noAutofit/>
          </a:bodyPr>
          <a:lstStyle>
            <a:lvl1pPr algn="l">
              <a:defRPr sz="1000">
                <a:solidFill>
                  <a:schemeClr val="tx2"/>
                </a:solidFill>
              </a:defRPr>
            </a:lvl1pPr>
          </a:lstStyle>
          <a:p>
            <a:fld id="{BE43B3F0-85C7-47F2-9BF1-EA94F77CC38B}" type="datetime1">
              <a:rPr lang="sv-SE" smtClean="0"/>
              <a:t>2026-09-27</a:t>
            </a:fld>
            <a:endParaRPr lang="sv-SE"/>
          </a:p>
        </p:txBody>
      </p:sp>
      <p:pic>
        <p:nvPicPr>
          <p:cNvPr id="8" name="Bildobjekt 9">
            <a:extLst>
              <a:ext uri="{FF2B5EF4-FFF2-40B4-BE49-F238E27FC236}">
                <a16:creationId xmlns:a16="http://schemas.microsoft.com/office/drawing/2014/main" id="{1CB4BF39-B1F0-1E00-9B91-C6364253C2F2}"/>
              </a:ext>
            </a:extLst>
          </p:cNvPr>
          <p:cNvPicPr>
            <a:picLocks noChangeAspect="1"/>
          </p:cNvPicPr>
          <p:nvPr userDrawn="1"/>
        </p:nvPicPr>
        <p:blipFill>
          <a:blip r:embed="rId18"/>
          <a:stretch>
            <a:fillRect/>
          </a:stretch>
        </p:blipFill>
        <p:spPr bwMode="black">
          <a:xfrm>
            <a:off x="10487635" y="6124575"/>
            <a:ext cx="1659913" cy="624651"/>
          </a:xfrm>
          <a:prstGeom prst="rect">
            <a:avLst/>
          </a:prstGeom>
        </p:spPr>
      </p:pic>
    </p:spTree>
    <p:extLst>
      <p:ext uri="{BB962C8B-B14F-4D97-AF65-F5344CB8AC3E}">
        <p14:creationId xmlns:p14="http://schemas.microsoft.com/office/powerpoint/2010/main" val="149138282"/>
      </p:ext>
    </p:extLst>
  </p:cSld>
  <p:clrMap bg1="dk1" tx1="lt1" bg2="dk2" tx2="lt2" accent1="accent1" accent2="accent2" accent3="accent3" accent4="accent4" accent5="accent5" accent6="accent6" hlink="hlink" folHlink="folHlink"/>
  <p:sldLayoutIdLst>
    <p:sldLayoutId id="2147483675" r:id="rId1"/>
    <p:sldLayoutId id="2147483659" r:id="rId2"/>
    <p:sldLayoutId id="2147483660" r:id="rId3"/>
    <p:sldLayoutId id="2147483662" r:id="rId4"/>
    <p:sldLayoutId id="2147483663" r:id="rId5"/>
    <p:sldLayoutId id="2147483664" r:id="rId6"/>
    <p:sldLayoutId id="2147483672" r:id="rId7"/>
    <p:sldLayoutId id="2147483666" r:id="rId8"/>
    <p:sldLayoutId id="2147483667" r:id="rId9"/>
    <p:sldLayoutId id="2147483668" r:id="rId10"/>
    <p:sldLayoutId id="2147483669" r:id="rId11"/>
    <p:sldLayoutId id="2147483670" r:id="rId12"/>
    <p:sldLayoutId id="2147483654" r:id="rId13"/>
    <p:sldLayoutId id="2147483671" r:id="rId14"/>
    <p:sldLayoutId id="2147483673" r:id="rId15"/>
    <p:sldLayoutId id="2147483655" r:id="rId16"/>
  </p:sldLayoutIdLst>
  <p:hf sldNum="0" hdr="0" dt="0"/>
  <p:txStyles>
    <p:titleStyle>
      <a:lvl1pPr algn="l" defTabSz="914400" rtl="0" eaLnBrk="1" latinLnBrk="0" hangingPunct="1">
        <a:lnSpc>
          <a:spcPct val="90000"/>
        </a:lnSpc>
        <a:spcBef>
          <a:spcPct val="0"/>
        </a:spcBef>
        <a:buNone/>
        <a:defRPr sz="35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2"/>
          </a:solidFill>
          <a:latin typeface="+mn-lt"/>
          <a:ea typeface="+mn-ea"/>
          <a:cs typeface="+mn-cs"/>
        </a:defRPr>
      </a:lvl1pPr>
      <a:lvl2pPr marL="4608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2pPr>
      <a:lvl3pPr marL="691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mn-cs"/>
        </a:defRPr>
      </a:lvl3pPr>
      <a:lvl4pPr marL="921600" indent="-228600" algn="l" defTabSz="914400"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5pPr>
      <a:lvl6pPr marL="13824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6pPr>
      <a:lvl7pPr marL="16128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7pPr>
      <a:lvl8pPr marL="18432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8pPr>
      <a:lvl9pPr marL="20736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userDrawn="1">
          <p15:clr>
            <a:srgbClr val="F26B43"/>
          </p15:clr>
        </p15:guide>
        <p15:guide id="2" pos="393" userDrawn="1">
          <p15:clr>
            <a:srgbClr val="F26B43"/>
          </p15:clr>
        </p15:guide>
        <p15:guide id="3" pos="7287" userDrawn="1">
          <p15:clr>
            <a:srgbClr val="F26B43"/>
          </p15:clr>
        </p15:guide>
        <p15:guide id="4" orient="horz" pos="572" userDrawn="1">
          <p15:clr>
            <a:srgbClr val="F26B43"/>
          </p15:clr>
        </p15:guide>
        <p15:guide id="5" orient="horz" pos="754" userDrawn="1">
          <p15:clr>
            <a:srgbClr val="F26B43"/>
          </p15:clr>
        </p15:guide>
        <p15:guide id="6" pos="3840" userDrawn="1">
          <p15:clr>
            <a:srgbClr val="F26B43"/>
          </p15:clr>
        </p15:guide>
        <p15:guide id="7" pos="3636" userDrawn="1">
          <p15:clr>
            <a:srgbClr val="F26B43"/>
          </p15:clr>
        </p15:guide>
        <p15:guide id="8" pos="4044" userDrawn="1">
          <p15:clr>
            <a:srgbClr val="F26B43"/>
          </p15:clr>
        </p15:guide>
        <p15:guide id="9" pos="3432" userDrawn="1">
          <p15:clr>
            <a:srgbClr val="F26B43"/>
          </p15:clr>
        </p15:guide>
        <p15:guide id="10" orient="horz" pos="3770" userDrawn="1">
          <p15:clr>
            <a:srgbClr val="F26B43"/>
          </p15:clr>
        </p15:guide>
        <p15:guide id="11" orient="horz" pos="40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2.JPG"/><Relationship Id="rId5" Type="http://schemas.openxmlformats.org/officeDocument/2006/relationships/image" Target="../media/image11.png"/><Relationship Id="rId4" Type="http://schemas.openxmlformats.org/officeDocument/2006/relationships/image" Target="../media/image10.JPG"/></Relationships>
</file>

<file path=ppt/slides/_rels/slide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www.thelancet.com/journals/langlo/article/PIIS2214-109X(25)00356-0/fulltext" TargetMode="External"/><Relationship Id="rId2" Type="http://schemas.openxmlformats.org/officeDocument/2006/relationships/hyperlink" Target="https://my.clevelandclinic.org/health/diseases/12361-sepsis" TargetMode="External"/><Relationship Id="rId1" Type="http://schemas.openxmlformats.org/officeDocument/2006/relationships/slideLayout" Target="../slideLayouts/slideLayout7.xml"/><Relationship Id="rId5" Type="http://schemas.openxmlformats.org/officeDocument/2006/relationships/hyperlink" Target="https://archive.ics.uci.edu/dataset/827/sepsis+survival+minimal+clinical+records" TargetMode="External"/><Relationship Id="rId4" Type="http://schemas.openxmlformats.org/officeDocument/2006/relationships/hyperlink" Target="https://www.cdc.gov/sepsis/about/index.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99BC35E-C6BB-4364-A69A-AB58390C9C2A}"/>
              </a:ext>
            </a:extLst>
          </p:cNvPr>
          <p:cNvSpPr>
            <a:spLocks noGrp="1"/>
          </p:cNvSpPr>
          <p:nvPr>
            <p:ph type="title"/>
          </p:nvPr>
        </p:nvSpPr>
        <p:spPr>
          <a:xfrm>
            <a:off x="630712" y="52802"/>
            <a:ext cx="2204874" cy="509884"/>
          </a:xfrm>
        </p:spPr>
        <p:txBody>
          <a:bodyPr>
            <a:normAutofit/>
          </a:bodyPr>
          <a:lstStyle/>
          <a:p>
            <a:pPr>
              <a:tabLst>
                <a:tab pos="2057400" algn="l"/>
              </a:tabLst>
            </a:pPr>
            <a:r>
              <a:rPr lang="en-US" sz="1200" spc="600" noProof="0" dirty="0"/>
              <a:t>INSTRUKTIONER</a:t>
            </a:r>
            <a:br>
              <a:rPr lang="en-US" sz="2800" noProof="0" dirty="0"/>
            </a:br>
            <a:r>
              <a:rPr lang="en-US" sz="900" noProof="0" dirty="0"/>
              <a:t>Dold </a:t>
            </a:r>
            <a:r>
              <a:rPr lang="en-US" sz="900" noProof="0" dirty="0" err="1"/>
              <a:t>sida</a:t>
            </a:r>
            <a:r>
              <a:rPr lang="en-US" sz="900" noProof="0" dirty="0"/>
              <a:t>, visas </a:t>
            </a:r>
            <a:r>
              <a:rPr lang="en-US" sz="900" noProof="0" dirty="0" err="1"/>
              <a:t>inte</a:t>
            </a:r>
            <a:r>
              <a:rPr lang="en-US" sz="900" noProof="0" dirty="0"/>
              <a:t> vid </a:t>
            </a:r>
            <a:r>
              <a:rPr lang="en-US" sz="900" noProof="0" dirty="0" err="1"/>
              <a:t>utskrift</a:t>
            </a:r>
            <a:endParaRPr lang="en-US" sz="2800" noProof="0" dirty="0"/>
          </a:p>
        </p:txBody>
      </p:sp>
      <p:sp>
        <p:nvSpPr>
          <p:cNvPr id="60" name="textruta 4">
            <a:extLst>
              <a:ext uri="{FF2B5EF4-FFF2-40B4-BE49-F238E27FC236}">
                <a16:creationId xmlns:a16="http://schemas.microsoft.com/office/drawing/2014/main" id="{C98E915D-B70F-4A03-A607-E5491DB4F4F7}"/>
              </a:ext>
            </a:extLst>
          </p:cNvPr>
          <p:cNvSpPr txBox="1"/>
          <p:nvPr/>
        </p:nvSpPr>
        <p:spPr>
          <a:xfrm>
            <a:off x="623888" y="1193502"/>
            <a:ext cx="2592828" cy="169277"/>
          </a:xfrm>
          <a:prstGeom prst="rect">
            <a:avLst/>
          </a:prstGeom>
          <a:noFill/>
        </p:spPr>
        <p:txBody>
          <a:bodyPr wrap="square" lIns="0" tIns="0" rIns="0" bIns="0" rtlCol="0">
            <a:spAutoFit/>
          </a:bodyPr>
          <a:lstStyle/>
          <a:p>
            <a:r>
              <a:rPr lang="en-US" sz="1100" noProof="0" dirty="0">
                <a:solidFill>
                  <a:schemeClr val="tx2"/>
                </a:solidFill>
                <a:latin typeface="+mj-lt"/>
              </a:rPr>
              <a:t>VAD ÄR EN LAYOUT?</a:t>
            </a:r>
          </a:p>
        </p:txBody>
      </p:sp>
      <p:sp>
        <p:nvSpPr>
          <p:cNvPr id="62" name="textruta 8">
            <a:extLst>
              <a:ext uri="{FF2B5EF4-FFF2-40B4-BE49-F238E27FC236}">
                <a16:creationId xmlns:a16="http://schemas.microsoft.com/office/drawing/2014/main" id="{8F5DCE94-BF7D-44F0-B5B1-2208060C152A}"/>
              </a:ext>
            </a:extLst>
          </p:cNvPr>
          <p:cNvSpPr txBox="1"/>
          <p:nvPr/>
        </p:nvSpPr>
        <p:spPr>
          <a:xfrm>
            <a:off x="627886" y="1433609"/>
            <a:ext cx="2860063" cy="494643"/>
          </a:xfrm>
          <a:prstGeom prst="rect">
            <a:avLst/>
          </a:prstGeom>
          <a:noFill/>
        </p:spPr>
        <p:txBody>
          <a:bodyPr wrap="square" lIns="0" tIns="0" rIns="0" bIns="32659" rtlCol="0">
            <a:spAutoFit/>
          </a:bodyPr>
          <a:lstStyle/>
          <a:p>
            <a:r>
              <a:rPr lang="en-US" sz="1000" i="1" noProof="0" dirty="0">
                <a:solidFill>
                  <a:schemeClr val="tx2"/>
                </a:solidFill>
              </a:rPr>
              <a:t>Layout </a:t>
            </a:r>
            <a:r>
              <a:rPr lang="en-US" sz="1000" noProof="0" dirty="0" err="1">
                <a:solidFill>
                  <a:schemeClr val="tx2"/>
                </a:solidFill>
              </a:rPr>
              <a:t>kallas</a:t>
            </a:r>
            <a:r>
              <a:rPr lang="en-US" sz="1000" noProof="0" dirty="0">
                <a:solidFill>
                  <a:schemeClr val="tx2"/>
                </a:solidFill>
              </a:rPr>
              <a:t> de </a:t>
            </a:r>
            <a:r>
              <a:rPr lang="en-US" sz="1000" noProof="0" dirty="0" err="1">
                <a:solidFill>
                  <a:schemeClr val="tx2"/>
                </a:solidFill>
              </a:rPr>
              <a:t>olika</a:t>
            </a:r>
            <a:r>
              <a:rPr lang="en-US" sz="1000" noProof="0" dirty="0">
                <a:solidFill>
                  <a:schemeClr val="tx2"/>
                </a:solidFill>
              </a:rPr>
              <a:t> designer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sidor</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du </a:t>
            </a:r>
            <a:r>
              <a:rPr lang="en-US" sz="1000" noProof="0" dirty="0" err="1">
                <a:solidFill>
                  <a:schemeClr val="tx2"/>
                </a:solidFill>
              </a:rPr>
              <a:t>kan</a:t>
            </a:r>
            <a:r>
              <a:rPr lang="en-US" sz="1000" noProof="0" dirty="0">
                <a:solidFill>
                  <a:schemeClr val="tx2"/>
                </a:solidFill>
              </a:rPr>
              <a:t> </a:t>
            </a:r>
            <a:r>
              <a:rPr lang="en-US" sz="1000" noProof="0" dirty="0" err="1">
                <a:solidFill>
                  <a:schemeClr val="tx2"/>
                </a:solidFill>
              </a:rPr>
              <a:t>hitta</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din mall. Du </a:t>
            </a:r>
            <a:r>
              <a:rPr lang="en-US" sz="1000" noProof="0" dirty="0" err="1">
                <a:solidFill>
                  <a:schemeClr val="tx2"/>
                </a:solidFill>
              </a:rPr>
              <a:t>hittar</a:t>
            </a:r>
            <a:r>
              <a:rPr lang="en-US" sz="1000" noProof="0" dirty="0">
                <a:solidFill>
                  <a:schemeClr val="tx2"/>
                </a:solidFill>
              </a:rPr>
              <a:t> dem under </a:t>
            </a:r>
            <a:r>
              <a:rPr lang="en-US" sz="1000" noProof="0" dirty="0" err="1">
                <a:solidFill>
                  <a:schemeClr val="tx2"/>
                </a:solidFill>
              </a:rPr>
              <a:t>knappen</a:t>
            </a:r>
            <a:r>
              <a:rPr lang="en-US" sz="1000" noProof="0" dirty="0">
                <a:solidFill>
                  <a:schemeClr val="tx2"/>
                </a:solidFill>
              </a:rPr>
              <a:t> Layout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menyn</a:t>
            </a:r>
            <a:r>
              <a:rPr lang="en-US" sz="1000" noProof="0" dirty="0">
                <a:solidFill>
                  <a:schemeClr val="tx2"/>
                </a:solidFill>
              </a:rPr>
              <a:t>.</a:t>
            </a:r>
          </a:p>
        </p:txBody>
      </p:sp>
      <p:cxnSp>
        <p:nvCxnSpPr>
          <p:cNvPr id="5" name="Rak pilkoppling 47">
            <a:extLst>
              <a:ext uri="{FF2B5EF4-FFF2-40B4-BE49-F238E27FC236}">
                <a16:creationId xmlns:a16="http://schemas.microsoft.com/office/drawing/2014/main" id="{39A32C7A-77E4-ACCE-929B-77554DD899CF}"/>
              </a:ext>
            </a:extLst>
          </p:cNvPr>
          <p:cNvCxnSpPr>
            <a:cxnSpLocks/>
          </p:cNvCxnSpPr>
          <p:nvPr/>
        </p:nvCxnSpPr>
        <p:spPr>
          <a:xfrm>
            <a:off x="-15119" y="370652"/>
            <a:ext cx="366811" cy="0"/>
          </a:xfrm>
          <a:prstGeom prst="straightConnector1">
            <a:avLst/>
          </a:prstGeom>
          <a:ln w="9525" cap="rnd">
            <a:solidFill>
              <a:schemeClr val="tx2"/>
            </a:solidFill>
            <a:round/>
            <a:tailEnd type="arrow"/>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8E4EC7C-9149-904E-5AE9-0A9A8F5207E4}"/>
              </a:ext>
            </a:extLst>
          </p:cNvPr>
          <p:cNvSpPr/>
          <p:nvPr/>
        </p:nvSpPr>
        <p:spPr>
          <a:xfrm>
            <a:off x="2566102" y="2692814"/>
            <a:ext cx="824670" cy="82467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a:solidFill>
                  <a:schemeClr val="tx1"/>
                </a:solidFill>
              </a:rPr>
              <a:t>Visar </a:t>
            </a:r>
            <a:r>
              <a:rPr lang="en-US" sz="800" noProof="0" dirty="0" err="1">
                <a:solidFill>
                  <a:schemeClr val="tx1"/>
                </a:solidFill>
              </a:rPr>
              <a:t>samtliga</a:t>
            </a:r>
            <a:r>
              <a:rPr lang="en-US" sz="800" noProof="0" dirty="0">
                <a:solidFill>
                  <a:schemeClr val="tx1"/>
                </a:solidFill>
              </a:rPr>
              <a:t> </a:t>
            </a:r>
            <a:r>
              <a:rPr lang="en-US" sz="800" noProof="0" dirty="0" err="1">
                <a:solidFill>
                  <a:schemeClr val="tx1"/>
                </a:solidFill>
              </a:rPr>
              <a:t>layoutsidor</a:t>
            </a:r>
            <a:endParaRPr lang="en-US" sz="800" noProof="0" dirty="0">
              <a:solidFill>
                <a:schemeClr val="tx1"/>
              </a:solidFill>
            </a:endParaRPr>
          </a:p>
        </p:txBody>
      </p:sp>
      <p:pic>
        <p:nvPicPr>
          <p:cNvPr id="6" name="Bildobjekt 5">
            <a:extLst>
              <a:ext uri="{FF2B5EF4-FFF2-40B4-BE49-F238E27FC236}">
                <a16:creationId xmlns:a16="http://schemas.microsoft.com/office/drawing/2014/main" id="{3745C52F-9422-62E8-16C0-00FAD7AEFEA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3246" y="1953456"/>
            <a:ext cx="1572084" cy="1532852"/>
          </a:xfrm>
          <a:prstGeom prst="rect">
            <a:avLst/>
          </a:prstGeom>
          <a:ln>
            <a:solidFill>
              <a:schemeClr val="tx1">
                <a:lumMod val="50000"/>
                <a:lumOff val="50000"/>
              </a:schemeClr>
            </a:solidFill>
          </a:ln>
        </p:spPr>
      </p:pic>
      <p:pic>
        <p:nvPicPr>
          <p:cNvPr id="7" name="Bildobjekt 6">
            <a:extLst>
              <a:ext uri="{FF2B5EF4-FFF2-40B4-BE49-F238E27FC236}">
                <a16:creationId xmlns:a16="http://schemas.microsoft.com/office/drawing/2014/main" id="{17994210-B709-3FD3-5349-742E0C3E9884}"/>
              </a:ext>
            </a:extLst>
          </p:cNvPr>
          <p:cNvPicPr>
            <a:picLocks noChangeAspect="1"/>
          </p:cNvPicPr>
          <p:nvPr/>
        </p:nvPicPr>
        <p:blipFill rotWithShape="1">
          <a:blip r:embed="rId4"/>
          <a:srcRect r="3458" b="-3285"/>
          <a:stretch/>
        </p:blipFill>
        <p:spPr>
          <a:xfrm>
            <a:off x="2261162" y="1953456"/>
            <a:ext cx="1250865" cy="647525"/>
          </a:xfrm>
          <a:prstGeom prst="rect">
            <a:avLst/>
          </a:prstGeom>
          <a:ln>
            <a:solidFill>
              <a:schemeClr val="tx1">
                <a:lumMod val="50000"/>
                <a:lumOff val="50000"/>
              </a:schemeClr>
            </a:solidFill>
          </a:ln>
        </p:spPr>
      </p:pic>
      <p:sp>
        <p:nvSpPr>
          <p:cNvPr id="8" name="Oval 14">
            <a:extLst>
              <a:ext uri="{FF2B5EF4-FFF2-40B4-BE49-F238E27FC236}">
                <a16:creationId xmlns:a16="http://schemas.microsoft.com/office/drawing/2014/main" id="{9608C005-1EE4-52E6-C1A7-76CBD8FD34CB}"/>
              </a:ext>
            </a:extLst>
          </p:cNvPr>
          <p:cNvSpPr/>
          <p:nvPr/>
        </p:nvSpPr>
        <p:spPr>
          <a:xfrm>
            <a:off x="3617945" y="1160913"/>
            <a:ext cx="824670" cy="82467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err="1">
                <a:solidFill>
                  <a:schemeClr val="tx1"/>
                </a:solidFill>
              </a:rPr>
              <a:t>När</a:t>
            </a:r>
            <a:r>
              <a:rPr lang="en-US" sz="800" noProof="0" dirty="0">
                <a:solidFill>
                  <a:schemeClr val="tx1"/>
                </a:solidFill>
              </a:rPr>
              <a:t> du </a:t>
            </a:r>
            <a:r>
              <a:rPr lang="en-US" sz="800" noProof="0" dirty="0" err="1">
                <a:solidFill>
                  <a:schemeClr val="tx1"/>
                </a:solidFill>
              </a:rPr>
              <a:t>vill</a:t>
            </a:r>
            <a:r>
              <a:rPr lang="en-US" sz="800" noProof="0" dirty="0">
                <a:solidFill>
                  <a:schemeClr val="tx1"/>
                </a:solidFill>
              </a:rPr>
              <a:t> </a:t>
            </a:r>
            <a:r>
              <a:rPr lang="en-US" sz="800" noProof="0" dirty="0" err="1">
                <a:solidFill>
                  <a:schemeClr val="tx1"/>
                </a:solidFill>
              </a:rPr>
              <a:t>byta</a:t>
            </a:r>
            <a:r>
              <a:rPr lang="en-US" sz="800" noProof="0" dirty="0">
                <a:solidFill>
                  <a:schemeClr val="tx1"/>
                </a:solidFill>
              </a:rPr>
              <a:t> design </a:t>
            </a:r>
            <a:r>
              <a:rPr lang="en-US" sz="800" noProof="0" dirty="0" err="1">
                <a:solidFill>
                  <a:schemeClr val="tx1"/>
                </a:solidFill>
              </a:rPr>
              <a:t>på</a:t>
            </a:r>
            <a:r>
              <a:rPr lang="en-US" sz="800" noProof="0" dirty="0">
                <a:solidFill>
                  <a:schemeClr val="tx1"/>
                </a:solidFill>
              </a:rPr>
              <a:t> </a:t>
            </a:r>
            <a:r>
              <a:rPr lang="en-US" sz="800" noProof="0" dirty="0" err="1">
                <a:solidFill>
                  <a:schemeClr val="tx1"/>
                </a:solidFill>
              </a:rPr>
              <a:t>en</a:t>
            </a:r>
            <a:r>
              <a:rPr lang="en-US" sz="800" noProof="0" dirty="0">
                <a:solidFill>
                  <a:schemeClr val="tx1"/>
                </a:solidFill>
              </a:rPr>
              <a:t> layout</a:t>
            </a:r>
          </a:p>
        </p:txBody>
      </p:sp>
      <p:sp>
        <p:nvSpPr>
          <p:cNvPr id="11" name="Arc 22">
            <a:extLst>
              <a:ext uri="{FF2B5EF4-FFF2-40B4-BE49-F238E27FC236}">
                <a16:creationId xmlns:a16="http://schemas.microsoft.com/office/drawing/2014/main" id="{5FE07F6F-A994-E217-8F54-73F2658CC1EB}"/>
              </a:ext>
            </a:extLst>
          </p:cNvPr>
          <p:cNvSpPr/>
          <p:nvPr/>
        </p:nvSpPr>
        <p:spPr>
          <a:xfrm>
            <a:off x="3294212" y="1471097"/>
            <a:ext cx="601430" cy="627991"/>
          </a:xfrm>
          <a:prstGeom prst="arc">
            <a:avLst>
              <a:gd name="adj1" fmla="val 2110145"/>
              <a:gd name="adj2" fmla="val 6042217"/>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25" name="Oval 14">
            <a:extLst>
              <a:ext uri="{FF2B5EF4-FFF2-40B4-BE49-F238E27FC236}">
                <a16:creationId xmlns:a16="http://schemas.microsoft.com/office/drawing/2014/main" id="{54FE06E4-0C06-37B9-BD5D-62FEDBBF3338}"/>
              </a:ext>
            </a:extLst>
          </p:cNvPr>
          <p:cNvSpPr/>
          <p:nvPr/>
        </p:nvSpPr>
        <p:spPr>
          <a:xfrm>
            <a:off x="3509430" y="2428851"/>
            <a:ext cx="1014485" cy="101448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err="1">
                <a:solidFill>
                  <a:schemeClr val="tx1"/>
                </a:solidFill>
              </a:rPr>
              <a:t>Återställer</a:t>
            </a:r>
            <a:r>
              <a:rPr lang="en-US" sz="800" noProof="0" dirty="0">
                <a:solidFill>
                  <a:schemeClr val="tx1"/>
                </a:solidFill>
              </a:rPr>
              <a:t> </a:t>
            </a:r>
            <a:r>
              <a:rPr lang="en-US" sz="800" noProof="0" dirty="0" err="1">
                <a:solidFill>
                  <a:schemeClr val="tx1"/>
                </a:solidFill>
              </a:rPr>
              <a:t>en</a:t>
            </a:r>
            <a:r>
              <a:rPr lang="en-US" sz="800" noProof="0" dirty="0">
                <a:solidFill>
                  <a:schemeClr val="tx1"/>
                </a:solidFill>
              </a:rPr>
              <a:t> layouts design </a:t>
            </a:r>
            <a:r>
              <a:rPr lang="en-US" sz="800" noProof="0" dirty="0" err="1">
                <a:solidFill>
                  <a:schemeClr val="tx1"/>
                </a:solidFill>
              </a:rPr>
              <a:t>ifall</a:t>
            </a:r>
            <a:r>
              <a:rPr lang="en-US" sz="800" noProof="0" dirty="0">
                <a:solidFill>
                  <a:schemeClr val="tx1"/>
                </a:solidFill>
              </a:rPr>
              <a:t> du </a:t>
            </a:r>
            <a:r>
              <a:rPr lang="en-US" sz="800" noProof="0" dirty="0" err="1">
                <a:solidFill>
                  <a:schemeClr val="tx1"/>
                </a:solidFill>
              </a:rPr>
              <a:t>ändrat</a:t>
            </a:r>
            <a:r>
              <a:rPr lang="en-US" sz="800" noProof="0" dirty="0">
                <a:solidFill>
                  <a:schemeClr val="tx1"/>
                </a:solidFill>
              </a:rPr>
              <a:t> </a:t>
            </a:r>
          </a:p>
          <a:p>
            <a:pPr algn="ctr"/>
            <a:r>
              <a:rPr lang="en-US" sz="800" noProof="0" dirty="0" err="1">
                <a:solidFill>
                  <a:schemeClr val="tx1"/>
                </a:solidFill>
              </a:rPr>
              <a:t>i</a:t>
            </a:r>
            <a:r>
              <a:rPr lang="en-US" sz="800" noProof="0" dirty="0">
                <a:solidFill>
                  <a:schemeClr val="tx1"/>
                </a:solidFill>
              </a:rPr>
              <a:t> den</a:t>
            </a:r>
          </a:p>
        </p:txBody>
      </p:sp>
      <p:sp>
        <p:nvSpPr>
          <p:cNvPr id="27" name="Arc 23">
            <a:extLst>
              <a:ext uri="{FF2B5EF4-FFF2-40B4-BE49-F238E27FC236}">
                <a16:creationId xmlns:a16="http://schemas.microsoft.com/office/drawing/2014/main" id="{00D1D0CE-869B-769D-C484-87D9E9158AAD}"/>
              </a:ext>
            </a:extLst>
          </p:cNvPr>
          <p:cNvSpPr/>
          <p:nvPr/>
        </p:nvSpPr>
        <p:spPr>
          <a:xfrm>
            <a:off x="3163084" y="2256932"/>
            <a:ext cx="679740" cy="561519"/>
          </a:xfrm>
          <a:prstGeom prst="arc">
            <a:avLst>
              <a:gd name="adj1" fmla="val 16790735"/>
              <a:gd name="adj2" fmla="val 20582586"/>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29" name="textruta 4">
            <a:extLst>
              <a:ext uri="{FF2B5EF4-FFF2-40B4-BE49-F238E27FC236}">
                <a16:creationId xmlns:a16="http://schemas.microsoft.com/office/drawing/2014/main" id="{5251FE4A-5C56-3ED2-5B3C-25732869DC45}"/>
              </a:ext>
            </a:extLst>
          </p:cNvPr>
          <p:cNvSpPr txBox="1"/>
          <p:nvPr/>
        </p:nvSpPr>
        <p:spPr>
          <a:xfrm>
            <a:off x="640073" y="4282353"/>
            <a:ext cx="2611448" cy="338554"/>
          </a:xfrm>
          <a:prstGeom prst="rect">
            <a:avLst/>
          </a:prstGeom>
          <a:noFill/>
        </p:spPr>
        <p:txBody>
          <a:bodyPr wrap="square" lIns="0" tIns="0" rIns="0" bIns="0" rtlCol="0">
            <a:spAutoFit/>
          </a:bodyPr>
          <a:lstStyle/>
          <a:p>
            <a:r>
              <a:rPr lang="en-US" sz="1100" noProof="0" dirty="0">
                <a:solidFill>
                  <a:schemeClr val="tx2"/>
                </a:solidFill>
                <a:latin typeface="+mj-lt"/>
              </a:rPr>
              <a:t>KAN JAG KLISTRA IN EN SIDA FRÅN EN ANNAN MALL MED ANDRA LAYOUTER?</a:t>
            </a:r>
          </a:p>
        </p:txBody>
      </p:sp>
      <p:sp>
        <p:nvSpPr>
          <p:cNvPr id="31" name="textruta 8">
            <a:extLst>
              <a:ext uri="{FF2B5EF4-FFF2-40B4-BE49-F238E27FC236}">
                <a16:creationId xmlns:a16="http://schemas.microsoft.com/office/drawing/2014/main" id="{53776659-B8C4-8649-6BD8-83143F23BEDE}"/>
              </a:ext>
            </a:extLst>
          </p:cNvPr>
          <p:cNvSpPr txBox="1"/>
          <p:nvPr/>
        </p:nvSpPr>
        <p:spPr>
          <a:xfrm>
            <a:off x="632298" y="4712346"/>
            <a:ext cx="2860063" cy="1264084"/>
          </a:xfrm>
          <a:prstGeom prst="rect">
            <a:avLst/>
          </a:prstGeom>
          <a:noFill/>
        </p:spPr>
        <p:txBody>
          <a:bodyPr wrap="square" lIns="0" tIns="0" rIns="0" bIns="32659" rtlCol="0">
            <a:spAutoFit/>
          </a:bodyPr>
          <a:lstStyle/>
          <a:p>
            <a:r>
              <a:rPr lang="en-US" sz="1000" noProof="0" dirty="0">
                <a:solidFill>
                  <a:schemeClr val="tx2"/>
                </a:solidFill>
              </a:rPr>
              <a:t>Ja, dock </a:t>
            </a:r>
            <a:r>
              <a:rPr lang="en-US" sz="1000" noProof="0" dirty="0" err="1">
                <a:solidFill>
                  <a:schemeClr val="tx2"/>
                </a:solidFill>
              </a:rPr>
              <a:t>följer</a:t>
            </a:r>
            <a:r>
              <a:rPr lang="en-US" sz="1000" noProof="0" dirty="0">
                <a:solidFill>
                  <a:schemeClr val="tx2"/>
                </a:solidFill>
              </a:rPr>
              <a:t> </a:t>
            </a:r>
            <a:r>
              <a:rPr lang="en-US" sz="1000" noProof="0" dirty="0" err="1">
                <a:solidFill>
                  <a:schemeClr val="tx2"/>
                </a:solidFill>
              </a:rPr>
              <a:t>layouten</a:t>
            </a:r>
            <a:r>
              <a:rPr lang="en-US" sz="1000" noProof="0" dirty="0">
                <a:solidFill>
                  <a:schemeClr val="tx2"/>
                </a:solidFill>
              </a:rPr>
              <a:t> </a:t>
            </a:r>
            <a:r>
              <a:rPr lang="en-US" sz="1000" noProof="0" dirty="0" err="1">
                <a:solidFill>
                  <a:schemeClr val="tx2"/>
                </a:solidFill>
              </a:rPr>
              <a:t>från</a:t>
            </a:r>
            <a:r>
              <a:rPr lang="en-US" sz="1000" noProof="0" dirty="0">
                <a:solidFill>
                  <a:schemeClr val="tx2"/>
                </a:solidFill>
              </a:rPr>
              <a:t> den </a:t>
            </a:r>
            <a:r>
              <a:rPr lang="en-US" sz="1000" noProof="0" dirty="0" err="1">
                <a:solidFill>
                  <a:schemeClr val="tx2"/>
                </a:solidFill>
              </a:rPr>
              <a:t>andra</a:t>
            </a:r>
            <a:r>
              <a:rPr lang="en-US" sz="1000" noProof="0" dirty="0">
                <a:solidFill>
                  <a:schemeClr val="tx2"/>
                </a:solidFill>
              </a:rPr>
              <a:t> </a:t>
            </a:r>
            <a:r>
              <a:rPr lang="en-US" sz="1000" noProof="0" dirty="0" err="1">
                <a:solidFill>
                  <a:schemeClr val="tx2"/>
                </a:solidFill>
              </a:rPr>
              <a:t>mallen</a:t>
            </a:r>
            <a:r>
              <a:rPr lang="en-US" sz="1000" noProof="0" dirty="0">
                <a:solidFill>
                  <a:schemeClr val="tx2"/>
                </a:solidFill>
              </a:rPr>
              <a:t> med in </a:t>
            </a:r>
            <a:r>
              <a:rPr lang="en-US" sz="1000" noProof="0" dirty="0" err="1">
                <a:solidFill>
                  <a:schemeClr val="tx2"/>
                </a:solidFill>
              </a:rPr>
              <a:t>i</a:t>
            </a:r>
            <a:r>
              <a:rPr lang="en-US" sz="1000" noProof="0" dirty="0">
                <a:solidFill>
                  <a:schemeClr val="tx2"/>
                </a:solidFill>
              </a:rPr>
              <a:t> den </a:t>
            </a:r>
            <a:r>
              <a:rPr lang="en-US" sz="1000" noProof="0" dirty="0" err="1">
                <a:solidFill>
                  <a:schemeClr val="tx2"/>
                </a:solidFill>
              </a:rPr>
              <a:t>nya</a:t>
            </a:r>
            <a:r>
              <a:rPr lang="en-US" sz="1000" noProof="0" dirty="0">
                <a:solidFill>
                  <a:schemeClr val="tx2"/>
                </a:solidFill>
              </a:rPr>
              <a:t> </a:t>
            </a:r>
            <a:r>
              <a:rPr lang="en-US" sz="1000" noProof="0" dirty="0" err="1">
                <a:solidFill>
                  <a:schemeClr val="tx2"/>
                </a:solidFill>
              </a:rPr>
              <a:t>mallen</a:t>
            </a:r>
            <a:r>
              <a:rPr lang="en-US" sz="1000" noProof="0" dirty="0">
                <a:solidFill>
                  <a:schemeClr val="tx2"/>
                </a:solidFill>
              </a:rPr>
              <a:t>, och det </a:t>
            </a:r>
            <a:r>
              <a:rPr lang="en-US" sz="1000" noProof="0" dirty="0" err="1">
                <a:solidFill>
                  <a:schemeClr val="tx2"/>
                </a:solidFill>
              </a:rPr>
              <a:t>kan</a:t>
            </a:r>
            <a:r>
              <a:rPr lang="en-US" sz="1000" noProof="0" dirty="0">
                <a:solidFill>
                  <a:schemeClr val="tx2"/>
                </a:solidFill>
              </a:rPr>
              <a:t> </a:t>
            </a:r>
            <a:r>
              <a:rPr lang="en-US" sz="1000" noProof="0" dirty="0" err="1">
                <a:solidFill>
                  <a:schemeClr val="tx2"/>
                </a:solidFill>
              </a:rPr>
              <a:t>bli</a:t>
            </a:r>
            <a:r>
              <a:rPr lang="en-US" sz="1000" noProof="0" dirty="0">
                <a:solidFill>
                  <a:schemeClr val="tx2"/>
                </a:solidFill>
              </a:rPr>
              <a:t> </a:t>
            </a:r>
            <a:r>
              <a:rPr lang="en-US" sz="1000" noProof="0" dirty="0" err="1">
                <a:solidFill>
                  <a:schemeClr val="tx2"/>
                </a:solidFill>
              </a:rPr>
              <a:t>förvirrande</a:t>
            </a:r>
            <a:r>
              <a:rPr lang="en-US" sz="1000" noProof="0" dirty="0">
                <a:solidFill>
                  <a:schemeClr val="tx2"/>
                </a:solidFill>
              </a:rPr>
              <a:t>. </a:t>
            </a:r>
            <a:r>
              <a:rPr lang="en-US" sz="1000" noProof="0" dirty="0" err="1">
                <a:solidFill>
                  <a:schemeClr val="tx2"/>
                </a:solidFill>
              </a:rPr>
              <a:t>Dessutom</a:t>
            </a:r>
            <a:r>
              <a:rPr lang="en-US" sz="1000" noProof="0" dirty="0">
                <a:solidFill>
                  <a:schemeClr val="tx2"/>
                </a:solidFill>
              </a:rPr>
              <a:t> </a:t>
            </a:r>
            <a:r>
              <a:rPr lang="en-US" sz="1000" noProof="0" dirty="0" err="1">
                <a:solidFill>
                  <a:schemeClr val="tx2"/>
                </a:solidFill>
              </a:rPr>
              <a:t>krävs</a:t>
            </a:r>
            <a:r>
              <a:rPr lang="en-US" sz="1000" noProof="0" dirty="0">
                <a:solidFill>
                  <a:schemeClr val="tx2"/>
                </a:solidFill>
              </a:rPr>
              <a:t> det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sidan</a:t>
            </a:r>
            <a:r>
              <a:rPr lang="en-US" sz="1000" noProof="0" dirty="0">
                <a:solidFill>
                  <a:schemeClr val="tx2"/>
                </a:solidFill>
              </a:rPr>
              <a:t> du ska </a:t>
            </a:r>
            <a:r>
              <a:rPr lang="en-US" sz="1000" noProof="0" dirty="0" err="1">
                <a:solidFill>
                  <a:schemeClr val="tx2"/>
                </a:solidFill>
              </a:rPr>
              <a:t>klistra</a:t>
            </a:r>
            <a:r>
              <a:rPr lang="en-US" sz="1000" noProof="0" dirty="0">
                <a:solidFill>
                  <a:schemeClr val="tx2"/>
                </a:solidFill>
              </a:rPr>
              <a:t> in </a:t>
            </a:r>
            <a:r>
              <a:rPr lang="en-US" sz="1000" noProof="0" dirty="0" err="1">
                <a:solidFill>
                  <a:schemeClr val="tx2"/>
                </a:solidFill>
              </a:rPr>
              <a:t>gjorts</a:t>
            </a:r>
            <a:r>
              <a:rPr lang="en-US" sz="1000" noProof="0" dirty="0">
                <a:solidFill>
                  <a:schemeClr val="tx2"/>
                </a:solidFill>
              </a:rPr>
              <a:t>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rätt</a:t>
            </a:r>
            <a:r>
              <a:rPr lang="en-US" sz="1000" noProof="0" dirty="0">
                <a:solidFill>
                  <a:schemeClr val="tx2"/>
                </a:solidFill>
              </a:rPr>
              <a:t> </a:t>
            </a:r>
            <a:r>
              <a:rPr lang="en-US" sz="1000" noProof="0" dirty="0" err="1">
                <a:solidFill>
                  <a:schemeClr val="tx2"/>
                </a:solidFill>
              </a:rPr>
              <a:t>sätt</a:t>
            </a:r>
            <a:r>
              <a:rPr lang="en-US" sz="1000" noProof="0" dirty="0">
                <a:solidFill>
                  <a:schemeClr val="tx2"/>
                </a:solidFill>
              </a:rPr>
              <a:t> – </a:t>
            </a:r>
            <a:r>
              <a:rPr lang="en-US" sz="1000" noProof="0" dirty="0" err="1">
                <a:solidFill>
                  <a:schemeClr val="tx2"/>
                </a:solidFill>
              </a:rPr>
              <a:t>dvs</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korrekt</a:t>
            </a:r>
            <a:r>
              <a:rPr lang="en-US" sz="1000" noProof="0" dirty="0">
                <a:solidFill>
                  <a:schemeClr val="tx2"/>
                </a:solidFill>
              </a:rPr>
              <a:t> </a:t>
            </a:r>
            <a:r>
              <a:rPr lang="en-US" sz="1000" noProof="0" dirty="0" err="1">
                <a:solidFill>
                  <a:schemeClr val="tx2"/>
                </a:solidFill>
              </a:rPr>
              <a:t>platshållare</a:t>
            </a:r>
            <a:r>
              <a:rPr lang="en-US" sz="1000" noProof="0" dirty="0">
                <a:solidFill>
                  <a:schemeClr val="tx2"/>
                </a:solidFill>
              </a:rPr>
              <a:t> </a:t>
            </a:r>
            <a:r>
              <a:rPr lang="en-US" sz="1000" noProof="0" dirty="0" err="1">
                <a:solidFill>
                  <a:schemeClr val="tx2"/>
                </a:solidFill>
              </a:rPr>
              <a:t>använts</a:t>
            </a:r>
            <a:r>
              <a:rPr lang="en-US" sz="1000" noProof="0" dirty="0">
                <a:solidFill>
                  <a:schemeClr val="tx2"/>
                </a:solidFill>
              </a:rPr>
              <a:t> till </a:t>
            </a:r>
            <a:r>
              <a:rPr lang="en-US" sz="1000" noProof="0" dirty="0" err="1">
                <a:solidFill>
                  <a:schemeClr val="tx2"/>
                </a:solidFill>
              </a:rPr>
              <a:t>rätt</a:t>
            </a:r>
            <a:r>
              <a:rPr lang="en-US" sz="1000" noProof="0" dirty="0">
                <a:solidFill>
                  <a:schemeClr val="tx2"/>
                </a:solidFill>
              </a:rPr>
              <a:t> </a:t>
            </a:r>
            <a:r>
              <a:rPr lang="en-US" sz="1000" noProof="0" dirty="0" err="1">
                <a:solidFill>
                  <a:schemeClr val="tx2"/>
                </a:solidFill>
              </a:rPr>
              <a:t>typ</a:t>
            </a:r>
            <a:r>
              <a:rPr lang="en-US" sz="1000" noProof="0" dirty="0">
                <a:solidFill>
                  <a:schemeClr val="tx2"/>
                </a:solidFill>
              </a:rPr>
              <a:t> av </a:t>
            </a:r>
            <a:r>
              <a:rPr lang="en-US" sz="1000" noProof="0" dirty="0" err="1">
                <a:solidFill>
                  <a:schemeClr val="tx2"/>
                </a:solidFill>
              </a:rPr>
              <a:t>innehåll</a:t>
            </a:r>
            <a:r>
              <a:rPr lang="en-US" sz="1000" noProof="0" dirty="0">
                <a:solidFill>
                  <a:schemeClr val="tx2"/>
                </a:solidFill>
              </a:rPr>
              <a:t> (det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bra </a:t>
            </a:r>
            <a:r>
              <a:rPr lang="en-US" sz="1000" noProof="0" dirty="0" err="1">
                <a:solidFill>
                  <a:schemeClr val="tx2"/>
                </a:solidFill>
              </a:rPr>
              <a:t>anledning</a:t>
            </a:r>
            <a:r>
              <a:rPr lang="en-US" sz="1000" noProof="0" dirty="0">
                <a:solidFill>
                  <a:schemeClr val="tx2"/>
                </a:solidFill>
              </a:rPr>
              <a:t> till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alltid</a:t>
            </a:r>
            <a:r>
              <a:rPr lang="en-US" sz="1000" noProof="0" dirty="0">
                <a:solidFill>
                  <a:schemeClr val="tx2"/>
                </a:solidFill>
              </a:rPr>
              <a:t> </a:t>
            </a:r>
            <a:r>
              <a:rPr lang="en-US" sz="1000" noProof="0" dirty="0" err="1">
                <a:solidFill>
                  <a:schemeClr val="tx2"/>
                </a:solidFill>
              </a:rPr>
              <a:t>använda</a:t>
            </a:r>
            <a:r>
              <a:rPr lang="en-US" sz="1000" noProof="0" dirty="0">
                <a:solidFill>
                  <a:schemeClr val="tx2"/>
                </a:solidFill>
              </a:rPr>
              <a:t> </a:t>
            </a:r>
            <a:r>
              <a:rPr lang="en-US" sz="1000" noProof="0" dirty="0" err="1">
                <a:solidFill>
                  <a:schemeClr val="tx2"/>
                </a:solidFill>
              </a:rPr>
              <a:t>platshållare</a:t>
            </a:r>
            <a:r>
              <a:rPr lang="en-US" sz="1000" noProof="0" dirty="0">
                <a:solidFill>
                  <a:schemeClr val="tx2"/>
                </a:solidFill>
              </a:rPr>
              <a:t> </a:t>
            </a:r>
            <a:r>
              <a:rPr lang="en-US" sz="1000" noProof="0" dirty="0" err="1">
                <a:solidFill>
                  <a:schemeClr val="tx2"/>
                </a:solidFill>
              </a:rPr>
              <a:t>där</a:t>
            </a:r>
            <a:r>
              <a:rPr lang="en-US" sz="1000" noProof="0" dirty="0">
                <a:solidFill>
                  <a:schemeClr val="tx2"/>
                </a:solidFill>
              </a:rPr>
              <a:t> det </a:t>
            </a:r>
            <a:r>
              <a:rPr lang="en-US" sz="1000" noProof="0" dirty="0" err="1">
                <a:solidFill>
                  <a:schemeClr val="tx2"/>
                </a:solidFill>
              </a:rPr>
              <a:t>finns</a:t>
            </a:r>
            <a:r>
              <a:rPr lang="en-US" sz="1000" noProof="0" dirty="0">
                <a:solidFill>
                  <a:schemeClr val="tx2"/>
                </a:solidFill>
              </a:rPr>
              <a:t>!). Vill du </a:t>
            </a:r>
            <a:r>
              <a:rPr lang="en-US" sz="1000" noProof="0" dirty="0" err="1">
                <a:solidFill>
                  <a:schemeClr val="tx2"/>
                </a:solidFill>
              </a:rPr>
              <a:t>vara</a:t>
            </a:r>
            <a:r>
              <a:rPr lang="en-US" sz="1000" noProof="0" dirty="0">
                <a:solidFill>
                  <a:schemeClr val="tx2"/>
                </a:solidFill>
              </a:rPr>
              <a:t> </a:t>
            </a:r>
            <a:r>
              <a:rPr lang="en-US" sz="1000" noProof="0" dirty="0" err="1">
                <a:solidFill>
                  <a:schemeClr val="tx2"/>
                </a:solidFill>
              </a:rPr>
              <a:t>säker</a:t>
            </a:r>
            <a:r>
              <a:rPr lang="en-US" sz="1000" noProof="0" dirty="0">
                <a:solidFill>
                  <a:schemeClr val="tx2"/>
                </a:solidFill>
              </a:rPr>
              <a:t>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det </a:t>
            </a:r>
            <a:r>
              <a:rPr lang="en-US" sz="1000" noProof="0" dirty="0" err="1">
                <a:solidFill>
                  <a:schemeClr val="tx2"/>
                </a:solidFill>
              </a:rPr>
              <a:t>blir</a:t>
            </a:r>
            <a:r>
              <a:rPr lang="en-US" sz="1000" noProof="0" dirty="0">
                <a:solidFill>
                  <a:schemeClr val="tx2"/>
                </a:solidFill>
              </a:rPr>
              <a:t> </a:t>
            </a:r>
            <a:r>
              <a:rPr lang="en-US" sz="1000" noProof="0" dirty="0" err="1">
                <a:solidFill>
                  <a:schemeClr val="tx2"/>
                </a:solidFill>
              </a:rPr>
              <a:t>rätt</a:t>
            </a:r>
            <a:r>
              <a:rPr lang="en-US" sz="1000" noProof="0" dirty="0">
                <a:solidFill>
                  <a:schemeClr val="tx2"/>
                </a:solidFill>
              </a:rPr>
              <a:t>? Markera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så</a:t>
            </a:r>
            <a:r>
              <a:rPr lang="en-US" sz="1000" noProof="0" dirty="0">
                <a:solidFill>
                  <a:schemeClr val="tx2"/>
                </a:solidFill>
              </a:rPr>
              <a:t> fall </a:t>
            </a:r>
            <a:r>
              <a:rPr lang="en-US" sz="1000" noProof="0" dirty="0" err="1">
                <a:solidFill>
                  <a:schemeClr val="tx2"/>
                </a:solidFill>
              </a:rPr>
              <a:t>varje</a:t>
            </a:r>
            <a:r>
              <a:rPr lang="en-US" sz="1000" noProof="0" dirty="0">
                <a:solidFill>
                  <a:schemeClr val="tx2"/>
                </a:solidFill>
              </a:rPr>
              <a:t> </a:t>
            </a:r>
            <a:r>
              <a:rPr lang="en-US" sz="1000" noProof="0" dirty="0" err="1">
                <a:solidFill>
                  <a:schemeClr val="tx2"/>
                </a:solidFill>
              </a:rPr>
              <a:t>enskilt</a:t>
            </a:r>
            <a:r>
              <a:rPr lang="en-US" sz="1000" noProof="0" dirty="0">
                <a:solidFill>
                  <a:schemeClr val="tx2"/>
                </a:solidFill>
              </a:rPr>
              <a:t> </a:t>
            </a:r>
            <a:r>
              <a:rPr lang="en-US" sz="1000" noProof="0" dirty="0" err="1">
                <a:solidFill>
                  <a:schemeClr val="tx2"/>
                </a:solidFill>
              </a:rPr>
              <a:t>innehåll</a:t>
            </a:r>
            <a:r>
              <a:rPr lang="en-US" sz="1000" noProof="0" dirty="0">
                <a:solidFill>
                  <a:schemeClr val="tx2"/>
                </a:solidFill>
              </a:rPr>
              <a:t> och </a:t>
            </a:r>
            <a:r>
              <a:rPr lang="en-US" sz="1000" noProof="0" dirty="0" err="1">
                <a:solidFill>
                  <a:schemeClr val="tx2"/>
                </a:solidFill>
              </a:rPr>
              <a:t>klistra</a:t>
            </a:r>
            <a:r>
              <a:rPr lang="en-US" sz="1000" noProof="0" dirty="0">
                <a:solidFill>
                  <a:schemeClr val="tx2"/>
                </a:solidFill>
              </a:rPr>
              <a:t> in var för sig.</a:t>
            </a:r>
          </a:p>
        </p:txBody>
      </p:sp>
      <p:sp>
        <p:nvSpPr>
          <p:cNvPr id="40" name="textruta 4">
            <a:extLst>
              <a:ext uri="{FF2B5EF4-FFF2-40B4-BE49-F238E27FC236}">
                <a16:creationId xmlns:a16="http://schemas.microsoft.com/office/drawing/2014/main" id="{78E496FA-FCA0-7284-3746-22CC30B241FC}"/>
              </a:ext>
            </a:extLst>
          </p:cNvPr>
          <p:cNvSpPr txBox="1"/>
          <p:nvPr/>
        </p:nvSpPr>
        <p:spPr>
          <a:xfrm>
            <a:off x="5218805" y="1193502"/>
            <a:ext cx="2871629" cy="169277"/>
          </a:xfrm>
          <a:prstGeom prst="rect">
            <a:avLst/>
          </a:prstGeom>
          <a:noFill/>
        </p:spPr>
        <p:txBody>
          <a:bodyPr wrap="square" lIns="0" tIns="0" rIns="0" bIns="0" rtlCol="0">
            <a:spAutoFit/>
          </a:bodyPr>
          <a:lstStyle/>
          <a:p>
            <a:r>
              <a:rPr lang="en-US" sz="1100" noProof="0" dirty="0">
                <a:solidFill>
                  <a:schemeClr val="tx2"/>
                </a:solidFill>
                <a:latin typeface="+mj-lt"/>
              </a:rPr>
              <a:t>VAD ÄR TEMAFÄRGER?</a:t>
            </a:r>
          </a:p>
        </p:txBody>
      </p:sp>
      <p:sp>
        <p:nvSpPr>
          <p:cNvPr id="42" name="textruta 8">
            <a:extLst>
              <a:ext uri="{FF2B5EF4-FFF2-40B4-BE49-F238E27FC236}">
                <a16:creationId xmlns:a16="http://schemas.microsoft.com/office/drawing/2014/main" id="{457BBAA5-CD10-98F5-28F1-8912652C3717}"/>
              </a:ext>
            </a:extLst>
          </p:cNvPr>
          <p:cNvSpPr txBox="1"/>
          <p:nvPr/>
        </p:nvSpPr>
        <p:spPr>
          <a:xfrm>
            <a:off x="5230371" y="1389767"/>
            <a:ext cx="2860063" cy="340754"/>
          </a:xfrm>
          <a:prstGeom prst="rect">
            <a:avLst/>
          </a:prstGeom>
          <a:noFill/>
        </p:spPr>
        <p:txBody>
          <a:bodyPr wrap="square" lIns="0" tIns="0" rIns="0" bIns="32659" rtlCol="0">
            <a:spAutoFit/>
          </a:bodyPr>
          <a:lstStyle/>
          <a:p>
            <a:r>
              <a:rPr lang="en-US" sz="1000" i="1" noProof="0" dirty="0">
                <a:solidFill>
                  <a:schemeClr val="tx2"/>
                </a:solidFill>
              </a:rPr>
              <a:t>Temafärger </a:t>
            </a:r>
            <a:r>
              <a:rPr lang="en-US" sz="1000" noProof="0" dirty="0" err="1">
                <a:solidFill>
                  <a:schemeClr val="tx2"/>
                </a:solidFill>
              </a:rPr>
              <a:t>är</a:t>
            </a:r>
            <a:r>
              <a:rPr lang="en-US" sz="1000" noProof="0" dirty="0">
                <a:solidFill>
                  <a:schemeClr val="tx2"/>
                </a:solidFill>
              </a:rPr>
              <a:t> den </a:t>
            </a:r>
            <a:r>
              <a:rPr lang="en-US" sz="1000" noProof="0" dirty="0" err="1">
                <a:solidFill>
                  <a:schemeClr val="tx2"/>
                </a:solidFill>
              </a:rPr>
              <a:t>färgpalett</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speciellt</a:t>
            </a:r>
            <a:r>
              <a:rPr lang="en-US" sz="1000" noProof="0" dirty="0">
                <a:solidFill>
                  <a:schemeClr val="tx2"/>
                </a:solidFill>
              </a:rPr>
              <a:t> </a:t>
            </a:r>
            <a:r>
              <a:rPr lang="en-US" sz="1000" noProof="0" dirty="0" err="1">
                <a:solidFill>
                  <a:schemeClr val="tx2"/>
                </a:solidFill>
              </a:rPr>
              <a:t>inställd</a:t>
            </a:r>
            <a:r>
              <a:rPr lang="en-US" sz="1000" noProof="0" dirty="0">
                <a:solidFill>
                  <a:schemeClr val="tx2"/>
                </a:solidFill>
              </a:rPr>
              <a:t> för just din mall.</a:t>
            </a:r>
          </a:p>
        </p:txBody>
      </p:sp>
      <p:pic>
        <p:nvPicPr>
          <p:cNvPr id="44" name="Bildobjekt 26">
            <a:extLst>
              <a:ext uri="{FF2B5EF4-FFF2-40B4-BE49-F238E27FC236}">
                <a16:creationId xmlns:a16="http://schemas.microsoft.com/office/drawing/2014/main" id="{E62DDC3A-C16B-D5FE-C28B-FCB2E92680D3}"/>
              </a:ext>
            </a:extLst>
          </p:cNvPr>
          <p:cNvPicPr>
            <a:picLocks noChangeAspect="1"/>
          </p:cNvPicPr>
          <p:nvPr/>
        </p:nvPicPr>
        <p:blipFill rotWithShape="1">
          <a:blip r:embed="rId5">
            <a:extLst>
              <a:ext uri="{28A0092B-C50C-407E-A947-70E740481C1C}">
                <a14:useLocalDpi xmlns:a14="http://schemas.microsoft.com/office/drawing/2010/main" val="0"/>
              </a:ext>
            </a:extLst>
          </a:blip>
          <a:srcRect l="904" r="551"/>
          <a:stretch/>
        </p:blipFill>
        <p:spPr>
          <a:xfrm>
            <a:off x="5158619" y="1832241"/>
            <a:ext cx="1453483" cy="2144627"/>
          </a:xfrm>
          <a:prstGeom prst="rect">
            <a:avLst/>
          </a:prstGeom>
          <a:ln>
            <a:solidFill>
              <a:schemeClr val="tx1">
                <a:lumMod val="50000"/>
                <a:lumOff val="50000"/>
              </a:schemeClr>
            </a:solidFill>
          </a:ln>
        </p:spPr>
      </p:pic>
      <p:sp>
        <p:nvSpPr>
          <p:cNvPr id="49" name="Oval 14">
            <a:extLst>
              <a:ext uri="{FF2B5EF4-FFF2-40B4-BE49-F238E27FC236}">
                <a16:creationId xmlns:a16="http://schemas.microsoft.com/office/drawing/2014/main" id="{A36371C9-85A7-26D1-6F0B-9EA1EEC8F70A}"/>
              </a:ext>
            </a:extLst>
          </p:cNvPr>
          <p:cNvSpPr/>
          <p:nvPr/>
        </p:nvSpPr>
        <p:spPr>
          <a:xfrm>
            <a:off x="6888150" y="1760360"/>
            <a:ext cx="1014485" cy="101448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a:solidFill>
                  <a:schemeClr val="tx1"/>
                </a:solidFill>
              </a:rPr>
              <a:t>De sex </a:t>
            </a:r>
            <a:r>
              <a:rPr lang="en-US" sz="800" noProof="0" dirty="0" err="1">
                <a:solidFill>
                  <a:schemeClr val="tx1"/>
                </a:solidFill>
              </a:rPr>
              <a:t>färgerna</a:t>
            </a:r>
            <a:r>
              <a:rPr lang="en-US" sz="800" noProof="0" dirty="0">
                <a:solidFill>
                  <a:schemeClr val="tx1"/>
                </a:solidFill>
              </a:rPr>
              <a:t> till </a:t>
            </a:r>
            <a:r>
              <a:rPr lang="en-US" sz="800" noProof="0" dirty="0" err="1">
                <a:solidFill>
                  <a:schemeClr val="tx1"/>
                </a:solidFill>
              </a:rPr>
              <a:t>höger</a:t>
            </a:r>
            <a:r>
              <a:rPr lang="en-US" sz="800" noProof="0" dirty="0">
                <a:solidFill>
                  <a:schemeClr val="tx1"/>
                </a:solidFill>
              </a:rPr>
              <a:t> </a:t>
            </a:r>
            <a:r>
              <a:rPr lang="en-US" sz="800" noProof="0" dirty="0" err="1">
                <a:solidFill>
                  <a:schemeClr val="tx1"/>
                </a:solidFill>
              </a:rPr>
              <a:t>är</a:t>
            </a:r>
            <a:r>
              <a:rPr lang="en-US" sz="800" noProof="0" dirty="0">
                <a:solidFill>
                  <a:schemeClr val="tx1"/>
                </a:solidFill>
              </a:rPr>
              <a:t> era </a:t>
            </a:r>
            <a:r>
              <a:rPr lang="en-US" sz="800" noProof="0" dirty="0" err="1">
                <a:solidFill>
                  <a:schemeClr val="tx1"/>
                </a:solidFill>
              </a:rPr>
              <a:t>temafärger</a:t>
            </a:r>
            <a:endParaRPr lang="en-US" sz="800" noProof="0" dirty="0">
              <a:solidFill>
                <a:schemeClr val="tx1"/>
              </a:solidFill>
            </a:endParaRPr>
          </a:p>
        </p:txBody>
      </p:sp>
      <p:sp>
        <p:nvSpPr>
          <p:cNvPr id="50" name="Arc 23">
            <a:extLst>
              <a:ext uri="{FF2B5EF4-FFF2-40B4-BE49-F238E27FC236}">
                <a16:creationId xmlns:a16="http://schemas.microsoft.com/office/drawing/2014/main" id="{2FB904EA-9D04-0D4D-6BD1-8E90C286917A}"/>
              </a:ext>
            </a:extLst>
          </p:cNvPr>
          <p:cNvSpPr/>
          <p:nvPr/>
        </p:nvSpPr>
        <p:spPr>
          <a:xfrm>
            <a:off x="6561968" y="2010779"/>
            <a:ext cx="516526" cy="597437"/>
          </a:xfrm>
          <a:prstGeom prst="arc">
            <a:avLst>
              <a:gd name="adj1" fmla="val 13660966"/>
              <a:gd name="adj2" fmla="val 17425936"/>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61" name="Oval 14">
            <a:extLst>
              <a:ext uri="{FF2B5EF4-FFF2-40B4-BE49-F238E27FC236}">
                <a16:creationId xmlns:a16="http://schemas.microsoft.com/office/drawing/2014/main" id="{CACB9E88-2B85-63FF-7BBC-D1A7C5B1B996}"/>
              </a:ext>
            </a:extLst>
          </p:cNvPr>
          <p:cNvSpPr/>
          <p:nvPr/>
        </p:nvSpPr>
        <p:spPr>
          <a:xfrm>
            <a:off x="4638250" y="2397134"/>
            <a:ext cx="870960" cy="87096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a:solidFill>
                  <a:schemeClr val="tx1"/>
                </a:solidFill>
              </a:rPr>
              <a:t>De </a:t>
            </a:r>
            <a:r>
              <a:rPr lang="en-US" sz="800" noProof="0" dirty="0" err="1">
                <a:solidFill>
                  <a:schemeClr val="tx1"/>
                </a:solidFill>
              </a:rPr>
              <a:t>fyra</a:t>
            </a:r>
            <a:r>
              <a:rPr lang="en-US" sz="800" noProof="0" dirty="0">
                <a:solidFill>
                  <a:schemeClr val="tx1"/>
                </a:solidFill>
              </a:rPr>
              <a:t> </a:t>
            </a:r>
            <a:r>
              <a:rPr lang="en-US" sz="800" noProof="0" dirty="0" err="1">
                <a:solidFill>
                  <a:schemeClr val="tx1"/>
                </a:solidFill>
              </a:rPr>
              <a:t>första</a:t>
            </a:r>
            <a:r>
              <a:rPr lang="en-US" sz="800" noProof="0" dirty="0">
                <a:solidFill>
                  <a:schemeClr val="tx1"/>
                </a:solidFill>
              </a:rPr>
              <a:t> </a:t>
            </a:r>
            <a:r>
              <a:rPr lang="en-US" sz="800" noProof="0" dirty="0" err="1">
                <a:solidFill>
                  <a:schemeClr val="tx1"/>
                </a:solidFill>
              </a:rPr>
              <a:t>är</a:t>
            </a:r>
            <a:r>
              <a:rPr lang="en-US" sz="800" noProof="0" dirty="0">
                <a:solidFill>
                  <a:schemeClr val="tx1"/>
                </a:solidFill>
              </a:rPr>
              <a:t> </a:t>
            </a:r>
            <a:r>
              <a:rPr lang="en-US" sz="800" noProof="0" dirty="0" err="1">
                <a:solidFill>
                  <a:schemeClr val="tx1"/>
                </a:solidFill>
              </a:rPr>
              <a:t>färger</a:t>
            </a:r>
            <a:r>
              <a:rPr lang="en-US" sz="800" noProof="0" dirty="0">
                <a:solidFill>
                  <a:schemeClr val="tx1"/>
                </a:solidFill>
              </a:rPr>
              <a:t> för text och </a:t>
            </a:r>
            <a:r>
              <a:rPr lang="en-US" sz="800" noProof="0" dirty="0" err="1">
                <a:solidFill>
                  <a:schemeClr val="tx1"/>
                </a:solidFill>
              </a:rPr>
              <a:t>bakgrund</a:t>
            </a:r>
            <a:endParaRPr lang="en-US" sz="800" noProof="0" dirty="0">
              <a:solidFill>
                <a:schemeClr val="tx1"/>
              </a:solidFill>
            </a:endParaRPr>
          </a:p>
        </p:txBody>
      </p:sp>
      <p:sp>
        <p:nvSpPr>
          <p:cNvPr id="63" name="Arc 13">
            <a:extLst>
              <a:ext uri="{FF2B5EF4-FFF2-40B4-BE49-F238E27FC236}">
                <a16:creationId xmlns:a16="http://schemas.microsoft.com/office/drawing/2014/main" id="{344795FF-49E5-84D3-5228-C63636BF4856}"/>
              </a:ext>
            </a:extLst>
          </p:cNvPr>
          <p:cNvSpPr/>
          <p:nvPr/>
        </p:nvSpPr>
        <p:spPr>
          <a:xfrm>
            <a:off x="2385555" y="2226230"/>
            <a:ext cx="587917" cy="824670"/>
          </a:xfrm>
          <a:prstGeom prst="arc">
            <a:avLst>
              <a:gd name="adj1" fmla="val 6874683"/>
              <a:gd name="adj2" fmla="val 11021729"/>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14" name="Arc 13">
            <a:extLst>
              <a:ext uri="{FF2B5EF4-FFF2-40B4-BE49-F238E27FC236}">
                <a16:creationId xmlns:a16="http://schemas.microsoft.com/office/drawing/2014/main" id="{86C8F4E9-7425-60FA-00BD-89923BE92D04}"/>
              </a:ext>
            </a:extLst>
          </p:cNvPr>
          <p:cNvSpPr/>
          <p:nvPr/>
        </p:nvSpPr>
        <p:spPr>
          <a:xfrm>
            <a:off x="4921294" y="2143787"/>
            <a:ext cx="497714" cy="464131"/>
          </a:xfrm>
          <a:prstGeom prst="arc">
            <a:avLst>
              <a:gd name="adj1" fmla="val 10650856"/>
              <a:gd name="adj2" fmla="val 15544338"/>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64" name="Oval 14">
            <a:extLst>
              <a:ext uri="{FF2B5EF4-FFF2-40B4-BE49-F238E27FC236}">
                <a16:creationId xmlns:a16="http://schemas.microsoft.com/office/drawing/2014/main" id="{DE552531-C37D-F7FF-4075-CA158B866E12}"/>
              </a:ext>
            </a:extLst>
          </p:cNvPr>
          <p:cNvSpPr/>
          <p:nvPr/>
        </p:nvSpPr>
        <p:spPr>
          <a:xfrm>
            <a:off x="6825005" y="2909645"/>
            <a:ext cx="1014486" cy="978687"/>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a:solidFill>
                  <a:schemeClr val="tx1"/>
                </a:solidFill>
              </a:rPr>
              <a:t>Office </a:t>
            </a:r>
            <a:r>
              <a:rPr lang="en-US" sz="800" noProof="0" dirty="0" err="1">
                <a:solidFill>
                  <a:schemeClr val="tx1"/>
                </a:solidFill>
              </a:rPr>
              <a:t>standardfärger</a:t>
            </a:r>
            <a:r>
              <a:rPr lang="en-US" sz="800" noProof="0" dirty="0">
                <a:solidFill>
                  <a:schemeClr val="tx1"/>
                </a:solidFill>
              </a:rPr>
              <a:t>. </a:t>
            </a:r>
            <a:r>
              <a:rPr lang="en-US" sz="800" b="1" noProof="0" dirty="0" err="1">
                <a:solidFill>
                  <a:schemeClr val="tx1"/>
                </a:solidFill>
              </a:rPr>
              <a:t>Använd</a:t>
            </a:r>
            <a:r>
              <a:rPr lang="en-US" sz="800" b="1" noProof="0" dirty="0">
                <a:solidFill>
                  <a:schemeClr val="tx1"/>
                </a:solidFill>
              </a:rPr>
              <a:t> </a:t>
            </a:r>
            <a:r>
              <a:rPr lang="en-US" sz="800" b="1" noProof="0" dirty="0" err="1">
                <a:solidFill>
                  <a:schemeClr val="tx1"/>
                </a:solidFill>
              </a:rPr>
              <a:t>inte</a:t>
            </a:r>
            <a:r>
              <a:rPr lang="en-US" sz="800" b="1" noProof="0" dirty="0">
                <a:solidFill>
                  <a:schemeClr val="tx1"/>
                </a:solidFill>
              </a:rPr>
              <a:t> dessa!</a:t>
            </a:r>
          </a:p>
        </p:txBody>
      </p:sp>
      <p:sp>
        <p:nvSpPr>
          <p:cNvPr id="71" name="textruta 4">
            <a:extLst>
              <a:ext uri="{FF2B5EF4-FFF2-40B4-BE49-F238E27FC236}">
                <a16:creationId xmlns:a16="http://schemas.microsoft.com/office/drawing/2014/main" id="{AF5BF10D-FDA0-313F-E7C4-21C0ACB02C76}"/>
              </a:ext>
            </a:extLst>
          </p:cNvPr>
          <p:cNvSpPr txBox="1"/>
          <p:nvPr/>
        </p:nvSpPr>
        <p:spPr>
          <a:xfrm>
            <a:off x="8816684" y="1193502"/>
            <a:ext cx="3030323" cy="169277"/>
          </a:xfrm>
          <a:prstGeom prst="rect">
            <a:avLst/>
          </a:prstGeom>
          <a:noFill/>
        </p:spPr>
        <p:txBody>
          <a:bodyPr wrap="square" lIns="0" tIns="0" rIns="0" bIns="0" rtlCol="0">
            <a:spAutoFit/>
          </a:bodyPr>
          <a:lstStyle/>
          <a:p>
            <a:r>
              <a:rPr lang="en-US" sz="1100" noProof="0" dirty="0">
                <a:solidFill>
                  <a:schemeClr val="tx2"/>
                </a:solidFill>
                <a:latin typeface="+mj-lt"/>
              </a:rPr>
              <a:t>HUR FUNKAR TYPSNITT?</a:t>
            </a:r>
          </a:p>
        </p:txBody>
      </p:sp>
      <p:sp>
        <p:nvSpPr>
          <p:cNvPr id="73" name="textruta 8">
            <a:extLst>
              <a:ext uri="{FF2B5EF4-FFF2-40B4-BE49-F238E27FC236}">
                <a16:creationId xmlns:a16="http://schemas.microsoft.com/office/drawing/2014/main" id="{5A8E6EF0-AF62-6E5C-ADE7-4649A502B1FB}"/>
              </a:ext>
            </a:extLst>
          </p:cNvPr>
          <p:cNvSpPr txBox="1"/>
          <p:nvPr/>
        </p:nvSpPr>
        <p:spPr>
          <a:xfrm>
            <a:off x="8811088" y="1391707"/>
            <a:ext cx="2748575" cy="1571861"/>
          </a:xfrm>
          <a:prstGeom prst="rect">
            <a:avLst/>
          </a:prstGeom>
          <a:noFill/>
        </p:spPr>
        <p:txBody>
          <a:bodyPr wrap="square" lIns="0" tIns="0" rIns="0" bIns="32659" rtlCol="0">
            <a:spAutoFit/>
          </a:bodyPr>
          <a:lstStyle/>
          <a:p>
            <a:r>
              <a:rPr lang="en-US" sz="1000" i="1" noProof="0" dirty="0" err="1">
                <a:solidFill>
                  <a:schemeClr val="tx2"/>
                </a:solidFill>
              </a:rPr>
              <a:t>Typsnitten</a:t>
            </a:r>
            <a:r>
              <a:rPr lang="en-US" sz="1000" noProof="0" dirty="0">
                <a:solidFill>
                  <a:schemeClr val="tx2"/>
                </a:solidFill>
              </a:rPr>
              <a:t>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valda</a:t>
            </a:r>
            <a:r>
              <a:rPr lang="en-US" sz="1000" noProof="0" dirty="0">
                <a:solidFill>
                  <a:schemeClr val="tx2"/>
                </a:solidFill>
              </a:rPr>
              <a:t> </a:t>
            </a:r>
            <a:r>
              <a:rPr lang="en-US" sz="1000" noProof="0" dirty="0" err="1">
                <a:solidFill>
                  <a:schemeClr val="tx2"/>
                </a:solidFill>
              </a:rPr>
              <a:t>speciellt</a:t>
            </a:r>
            <a:r>
              <a:rPr lang="en-US" sz="1000" noProof="0" dirty="0">
                <a:solidFill>
                  <a:schemeClr val="tx2"/>
                </a:solidFill>
              </a:rPr>
              <a:t> för din mall. </a:t>
            </a:r>
            <a:r>
              <a:rPr lang="en-US" sz="1000" noProof="0" dirty="0" err="1">
                <a:solidFill>
                  <a:schemeClr val="tx2"/>
                </a:solidFill>
              </a:rPr>
              <a:t>Ifall</a:t>
            </a:r>
            <a:r>
              <a:rPr lang="en-US" sz="1000" noProof="0" dirty="0">
                <a:solidFill>
                  <a:schemeClr val="tx2"/>
                </a:solidFill>
              </a:rPr>
              <a:t> </a:t>
            </a:r>
            <a:r>
              <a:rPr lang="en-US" sz="1000" noProof="0" dirty="0" err="1">
                <a:solidFill>
                  <a:schemeClr val="tx2"/>
                </a:solidFill>
              </a:rPr>
              <a:t>ni</a:t>
            </a:r>
            <a:r>
              <a:rPr lang="en-US" sz="1000" noProof="0" dirty="0">
                <a:solidFill>
                  <a:schemeClr val="tx2"/>
                </a:solidFill>
              </a:rPr>
              <a:t> </a:t>
            </a:r>
            <a:r>
              <a:rPr lang="en-US" sz="1000" noProof="0" dirty="0" err="1">
                <a:solidFill>
                  <a:schemeClr val="tx2"/>
                </a:solidFill>
              </a:rPr>
              <a:t>valt</a:t>
            </a:r>
            <a:r>
              <a:rPr lang="en-US" sz="1000" noProof="0" dirty="0">
                <a:solidFill>
                  <a:schemeClr val="tx2"/>
                </a:solidFill>
              </a:rPr>
              <a:t> </a:t>
            </a:r>
            <a:r>
              <a:rPr lang="en-US" sz="1000" noProof="0" dirty="0" err="1">
                <a:solidFill>
                  <a:schemeClr val="tx2"/>
                </a:solidFill>
              </a:rPr>
              <a:t>något</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kallas</a:t>
            </a:r>
            <a:r>
              <a:rPr lang="en-US" sz="1000" noProof="0" dirty="0">
                <a:solidFill>
                  <a:schemeClr val="tx2"/>
                </a:solidFill>
              </a:rPr>
              <a:t> </a:t>
            </a:r>
            <a:r>
              <a:rPr lang="en-US" sz="1000" i="1" noProof="0" dirty="0" err="1">
                <a:solidFill>
                  <a:schemeClr val="tx2"/>
                </a:solidFill>
              </a:rPr>
              <a:t>specialtypsnitt</a:t>
            </a:r>
            <a:r>
              <a:rPr lang="en-US" sz="1000" i="1" noProof="0" dirty="0">
                <a:solidFill>
                  <a:schemeClr val="tx2"/>
                </a:solidFill>
              </a:rPr>
              <a:t> </a:t>
            </a:r>
            <a:r>
              <a:rPr lang="en-US" sz="1000" noProof="0" dirty="0" err="1">
                <a:solidFill>
                  <a:schemeClr val="tx2"/>
                </a:solidFill>
              </a:rPr>
              <a:t>innebär</a:t>
            </a:r>
            <a:r>
              <a:rPr lang="en-US" sz="1000" noProof="0" dirty="0">
                <a:solidFill>
                  <a:schemeClr val="tx2"/>
                </a:solidFill>
              </a:rPr>
              <a:t> det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typsnittet</a:t>
            </a:r>
            <a:r>
              <a:rPr lang="en-US" sz="1000" noProof="0" dirty="0">
                <a:solidFill>
                  <a:schemeClr val="tx2"/>
                </a:solidFill>
              </a:rPr>
              <a:t> </a:t>
            </a:r>
            <a:r>
              <a:rPr lang="en-US" sz="1000" noProof="0" dirty="0" err="1">
                <a:solidFill>
                  <a:schemeClr val="tx2"/>
                </a:solidFill>
              </a:rPr>
              <a:t>måste</a:t>
            </a:r>
            <a:r>
              <a:rPr lang="en-US" sz="1000" noProof="0" dirty="0">
                <a:solidFill>
                  <a:schemeClr val="tx2"/>
                </a:solidFill>
              </a:rPr>
              <a:t> </a:t>
            </a:r>
            <a:r>
              <a:rPr lang="en-US" sz="1000" noProof="0" dirty="0" err="1">
                <a:solidFill>
                  <a:schemeClr val="tx2"/>
                </a:solidFill>
              </a:rPr>
              <a:t>vara</a:t>
            </a:r>
            <a:r>
              <a:rPr lang="en-US" sz="1000" noProof="0" dirty="0">
                <a:solidFill>
                  <a:schemeClr val="tx2"/>
                </a:solidFill>
              </a:rPr>
              <a:t> </a:t>
            </a:r>
            <a:r>
              <a:rPr lang="en-US" sz="1000" noProof="0" dirty="0" err="1">
                <a:solidFill>
                  <a:schemeClr val="tx2"/>
                </a:solidFill>
              </a:rPr>
              <a:t>installerat</a:t>
            </a:r>
            <a:r>
              <a:rPr lang="en-US" sz="1000" noProof="0" dirty="0">
                <a:solidFill>
                  <a:schemeClr val="tx2"/>
                </a:solidFill>
              </a:rPr>
              <a:t> </a:t>
            </a:r>
            <a:r>
              <a:rPr lang="en-US" sz="1000" noProof="0" dirty="0" err="1">
                <a:solidFill>
                  <a:schemeClr val="tx2"/>
                </a:solidFill>
              </a:rPr>
              <a:t>på</a:t>
            </a:r>
            <a:r>
              <a:rPr lang="en-US" sz="1000" noProof="0" dirty="0">
                <a:solidFill>
                  <a:schemeClr val="tx2"/>
                </a:solidFill>
              </a:rPr>
              <a:t> din </a:t>
            </a:r>
            <a:r>
              <a:rPr lang="en-US" sz="1000" noProof="0" dirty="0" err="1">
                <a:solidFill>
                  <a:schemeClr val="tx2"/>
                </a:solidFill>
              </a:rPr>
              <a:t>dator</a:t>
            </a:r>
            <a:r>
              <a:rPr lang="en-US" sz="1000" noProof="0" dirty="0">
                <a:solidFill>
                  <a:schemeClr val="tx2"/>
                </a:solidFill>
              </a:rPr>
              <a:t> (</a:t>
            </a:r>
            <a:r>
              <a:rPr lang="en-US" sz="1000" noProof="0" dirty="0" err="1">
                <a:solidFill>
                  <a:schemeClr val="tx2"/>
                </a:solidFill>
              </a:rPr>
              <a:t>eller</a:t>
            </a:r>
            <a:r>
              <a:rPr lang="en-US" sz="1000" noProof="0" dirty="0">
                <a:solidFill>
                  <a:schemeClr val="tx2"/>
                </a:solidFill>
              </a:rPr>
              <a:t> den </a:t>
            </a:r>
            <a:r>
              <a:rPr lang="en-US" sz="1000" noProof="0" dirty="0" err="1">
                <a:solidFill>
                  <a:schemeClr val="tx2"/>
                </a:solidFill>
              </a:rPr>
              <a:t>dator</a:t>
            </a:r>
            <a:r>
              <a:rPr lang="en-US" sz="1000" noProof="0" dirty="0">
                <a:solidFill>
                  <a:schemeClr val="tx2"/>
                </a:solidFill>
              </a:rPr>
              <a:t> du ska </a:t>
            </a:r>
            <a:r>
              <a:rPr lang="en-US" sz="1000" noProof="0" dirty="0" err="1">
                <a:solidFill>
                  <a:schemeClr val="tx2"/>
                </a:solidFill>
              </a:rPr>
              <a:t>använda</a:t>
            </a:r>
            <a:r>
              <a:rPr lang="en-US" sz="1000" noProof="0" dirty="0">
                <a:solidFill>
                  <a:schemeClr val="tx2"/>
                </a:solidFill>
              </a:rPr>
              <a:t> för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presentera</a:t>
            </a:r>
            <a:r>
              <a:rPr lang="en-US" sz="1000" noProof="0" dirty="0">
                <a:solidFill>
                  <a:schemeClr val="tx2"/>
                </a:solidFill>
              </a:rPr>
              <a:t>) för </a:t>
            </a:r>
            <a:r>
              <a:rPr lang="en-US" sz="1000" noProof="0" dirty="0" err="1">
                <a:solidFill>
                  <a:schemeClr val="tx2"/>
                </a:solidFill>
              </a:rPr>
              <a:t>att</a:t>
            </a:r>
            <a:r>
              <a:rPr lang="en-US" sz="1000" noProof="0" dirty="0">
                <a:solidFill>
                  <a:schemeClr val="tx2"/>
                </a:solidFill>
              </a:rPr>
              <a:t> det ska </a:t>
            </a:r>
            <a:r>
              <a:rPr lang="en-US" sz="1000" noProof="0" dirty="0" err="1">
                <a:solidFill>
                  <a:schemeClr val="tx2"/>
                </a:solidFill>
              </a:rPr>
              <a:t>fungera</a:t>
            </a:r>
            <a:r>
              <a:rPr lang="en-US" sz="1000" noProof="0" dirty="0">
                <a:solidFill>
                  <a:schemeClr val="tx2"/>
                </a:solidFill>
              </a:rPr>
              <a:t>. Ett </a:t>
            </a:r>
            <a:r>
              <a:rPr lang="en-US" sz="1000" i="1" noProof="0" dirty="0" err="1">
                <a:solidFill>
                  <a:schemeClr val="tx2"/>
                </a:solidFill>
              </a:rPr>
              <a:t>standardtypsnitt</a:t>
            </a:r>
            <a:r>
              <a:rPr lang="en-US" sz="1000" noProof="0" dirty="0">
                <a:solidFill>
                  <a:schemeClr val="tx2"/>
                </a:solidFill>
              </a:rPr>
              <a:t> </a:t>
            </a:r>
            <a:r>
              <a:rPr lang="en-US" sz="1000" noProof="0" dirty="0" err="1">
                <a:solidFill>
                  <a:schemeClr val="tx2"/>
                </a:solidFill>
              </a:rPr>
              <a:t>finns</a:t>
            </a:r>
            <a:r>
              <a:rPr lang="en-US" sz="1000" noProof="0" dirty="0">
                <a:solidFill>
                  <a:schemeClr val="tx2"/>
                </a:solidFill>
              </a:rPr>
              <a:t> redan </a:t>
            </a:r>
            <a:r>
              <a:rPr lang="en-US" sz="1000" noProof="0" dirty="0" err="1">
                <a:solidFill>
                  <a:schemeClr val="tx2"/>
                </a:solidFill>
              </a:rPr>
              <a:t>installerat</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Office.</a:t>
            </a:r>
          </a:p>
          <a:p>
            <a:endParaRPr lang="en-US" sz="1000" i="1" noProof="0" dirty="0">
              <a:solidFill>
                <a:schemeClr val="tx2"/>
              </a:solidFill>
            </a:endParaRPr>
          </a:p>
          <a:p>
            <a:r>
              <a:rPr lang="en-US" sz="1000" noProof="0" dirty="0" err="1">
                <a:solidFill>
                  <a:schemeClr val="tx2"/>
                </a:solidFill>
              </a:rPr>
              <a:t>När</a:t>
            </a:r>
            <a:r>
              <a:rPr lang="en-US" sz="1000" noProof="0" dirty="0">
                <a:solidFill>
                  <a:schemeClr val="tx2"/>
                </a:solidFill>
              </a:rPr>
              <a:t> du </a:t>
            </a:r>
            <a:r>
              <a:rPr lang="en-US" sz="1000" noProof="0" dirty="0" err="1">
                <a:solidFill>
                  <a:schemeClr val="tx2"/>
                </a:solidFill>
              </a:rPr>
              <a:t>har</a:t>
            </a:r>
            <a:r>
              <a:rPr lang="en-US" sz="1000" noProof="0" dirty="0">
                <a:solidFill>
                  <a:schemeClr val="tx2"/>
                </a:solidFill>
              </a:rPr>
              <a:t> </a:t>
            </a:r>
            <a:r>
              <a:rPr lang="en-US" sz="1000" noProof="0" dirty="0" err="1">
                <a:solidFill>
                  <a:schemeClr val="tx2"/>
                </a:solidFill>
              </a:rPr>
              <a:t>specialtypsnitt</a:t>
            </a:r>
            <a:r>
              <a:rPr lang="en-US" sz="1000" noProof="0" dirty="0">
                <a:solidFill>
                  <a:schemeClr val="tx2"/>
                </a:solidFill>
              </a:rPr>
              <a:t> </a:t>
            </a:r>
            <a:r>
              <a:rPr lang="en-US" sz="1000" noProof="0" dirty="0" err="1">
                <a:solidFill>
                  <a:schemeClr val="tx2"/>
                </a:solidFill>
              </a:rPr>
              <a:t>är</a:t>
            </a:r>
            <a:r>
              <a:rPr lang="en-US" sz="1000" noProof="0" dirty="0">
                <a:solidFill>
                  <a:schemeClr val="tx2"/>
                </a:solidFill>
              </a:rPr>
              <a:t> det bra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göra</a:t>
            </a:r>
            <a:r>
              <a:rPr lang="en-US" sz="1000" noProof="0" dirty="0">
                <a:solidFill>
                  <a:schemeClr val="tx2"/>
                </a:solidFill>
              </a:rPr>
              <a:t> t ex </a:t>
            </a:r>
            <a:r>
              <a:rPr lang="en-US" sz="1000" noProof="0" dirty="0" err="1">
                <a:solidFill>
                  <a:schemeClr val="tx2"/>
                </a:solidFill>
              </a:rPr>
              <a:t>en</a:t>
            </a:r>
            <a:r>
              <a:rPr lang="en-US" sz="1000" noProof="0" dirty="0">
                <a:solidFill>
                  <a:schemeClr val="tx2"/>
                </a:solidFill>
              </a:rPr>
              <a:t> PDF </a:t>
            </a:r>
            <a:r>
              <a:rPr lang="en-US" sz="1000" noProof="0" dirty="0" err="1">
                <a:solidFill>
                  <a:schemeClr val="tx2"/>
                </a:solidFill>
              </a:rPr>
              <a:t>på</a:t>
            </a:r>
            <a:r>
              <a:rPr lang="en-US" sz="1000" noProof="0" dirty="0">
                <a:solidFill>
                  <a:schemeClr val="tx2"/>
                </a:solidFill>
              </a:rPr>
              <a:t> din presentation </a:t>
            </a:r>
            <a:r>
              <a:rPr lang="en-US" sz="1000" noProof="0" dirty="0" err="1">
                <a:solidFill>
                  <a:schemeClr val="tx2"/>
                </a:solidFill>
              </a:rPr>
              <a:t>ifall</a:t>
            </a:r>
            <a:r>
              <a:rPr lang="en-US" sz="1000" noProof="0" dirty="0">
                <a:solidFill>
                  <a:schemeClr val="tx2"/>
                </a:solidFill>
              </a:rPr>
              <a:t> du ska </a:t>
            </a:r>
            <a:r>
              <a:rPr lang="en-US" sz="1000" noProof="0" dirty="0" err="1">
                <a:solidFill>
                  <a:schemeClr val="tx2"/>
                </a:solidFill>
              </a:rPr>
              <a:t>skicka</a:t>
            </a:r>
            <a:r>
              <a:rPr lang="en-US" sz="1000" noProof="0" dirty="0">
                <a:solidFill>
                  <a:schemeClr val="tx2"/>
                </a:solidFill>
              </a:rPr>
              <a:t> den till </a:t>
            </a:r>
            <a:r>
              <a:rPr lang="en-US" sz="1000" noProof="0" dirty="0" err="1">
                <a:solidFill>
                  <a:schemeClr val="tx2"/>
                </a:solidFill>
              </a:rPr>
              <a:t>någon</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kanske</a:t>
            </a:r>
            <a:r>
              <a:rPr lang="en-US" sz="1000" noProof="0" dirty="0">
                <a:solidFill>
                  <a:schemeClr val="tx2"/>
                </a:solidFill>
              </a:rPr>
              <a:t> </a:t>
            </a:r>
            <a:r>
              <a:rPr lang="en-US" sz="1000" noProof="0" dirty="0" err="1">
                <a:solidFill>
                  <a:schemeClr val="tx2"/>
                </a:solidFill>
              </a:rPr>
              <a:t>inte</a:t>
            </a:r>
            <a:r>
              <a:rPr lang="en-US" sz="1000" noProof="0" dirty="0">
                <a:solidFill>
                  <a:schemeClr val="tx2"/>
                </a:solidFill>
              </a:rPr>
              <a:t> </a:t>
            </a:r>
            <a:r>
              <a:rPr lang="en-US" sz="1000" noProof="0" dirty="0" err="1">
                <a:solidFill>
                  <a:schemeClr val="tx2"/>
                </a:solidFill>
              </a:rPr>
              <a:t>har</a:t>
            </a:r>
            <a:r>
              <a:rPr lang="en-US" sz="1000" noProof="0" dirty="0">
                <a:solidFill>
                  <a:schemeClr val="tx2"/>
                </a:solidFill>
              </a:rPr>
              <a:t> </a:t>
            </a:r>
            <a:r>
              <a:rPr lang="en-US" sz="1000" noProof="0" dirty="0" err="1">
                <a:solidFill>
                  <a:schemeClr val="tx2"/>
                </a:solidFill>
              </a:rPr>
              <a:t>rätt</a:t>
            </a:r>
            <a:r>
              <a:rPr lang="en-US" sz="1000" noProof="0" dirty="0">
                <a:solidFill>
                  <a:schemeClr val="tx2"/>
                </a:solidFill>
              </a:rPr>
              <a:t> </a:t>
            </a:r>
            <a:r>
              <a:rPr lang="en-US" sz="1000" noProof="0" dirty="0" err="1">
                <a:solidFill>
                  <a:schemeClr val="tx2"/>
                </a:solidFill>
              </a:rPr>
              <a:t>typsnitt</a:t>
            </a:r>
            <a:r>
              <a:rPr lang="en-US" sz="1000" noProof="0" dirty="0">
                <a:solidFill>
                  <a:schemeClr val="tx2"/>
                </a:solidFill>
              </a:rPr>
              <a:t> </a:t>
            </a:r>
            <a:r>
              <a:rPr lang="en-US" sz="1000" noProof="0" dirty="0" err="1">
                <a:solidFill>
                  <a:schemeClr val="tx2"/>
                </a:solidFill>
              </a:rPr>
              <a:t>på</a:t>
            </a:r>
            <a:r>
              <a:rPr lang="en-US" sz="1000" noProof="0" dirty="0">
                <a:solidFill>
                  <a:schemeClr val="tx2"/>
                </a:solidFill>
              </a:rPr>
              <a:t> sin </a:t>
            </a:r>
            <a:r>
              <a:rPr lang="en-US" sz="1000" noProof="0" dirty="0" err="1">
                <a:solidFill>
                  <a:schemeClr val="tx2"/>
                </a:solidFill>
              </a:rPr>
              <a:t>dator</a:t>
            </a:r>
            <a:r>
              <a:rPr lang="en-US" sz="1000" noProof="0" dirty="0">
                <a:solidFill>
                  <a:schemeClr val="tx2"/>
                </a:solidFill>
              </a:rPr>
              <a:t>.</a:t>
            </a:r>
          </a:p>
        </p:txBody>
      </p:sp>
      <p:sp>
        <p:nvSpPr>
          <p:cNvPr id="75" name="textruta 4">
            <a:extLst>
              <a:ext uri="{FF2B5EF4-FFF2-40B4-BE49-F238E27FC236}">
                <a16:creationId xmlns:a16="http://schemas.microsoft.com/office/drawing/2014/main" id="{3D09D040-60B9-497B-4D0A-6ACDEAC629E8}"/>
              </a:ext>
            </a:extLst>
          </p:cNvPr>
          <p:cNvSpPr txBox="1"/>
          <p:nvPr/>
        </p:nvSpPr>
        <p:spPr>
          <a:xfrm>
            <a:off x="8811088" y="3329098"/>
            <a:ext cx="2757025" cy="169277"/>
          </a:xfrm>
          <a:prstGeom prst="rect">
            <a:avLst/>
          </a:prstGeom>
          <a:noFill/>
        </p:spPr>
        <p:txBody>
          <a:bodyPr wrap="square" lIns="0" tIns="0" rIns="0" bIns="0" rtlCol="0">
            <a:spAutoFit/>
          </a:bodyPr>
          <a:lstStyle/>
          <a:p>
            <a:r>
              <a:rPr lang="en-US" sz="1100" noProof="0" dirty="0">
                <a:solidFill>
                  <a:schemeClr val="tx2"/>
                </a:solidFill>
                <a:latin typeface="+mj-lt"/>
              </a:rPr>
              <a:t>HUR TAR JAG FRAM STÖDLINJER?</a:t>
            </a:r>
          </a:p>
        </p:txBody>
      </p:sp>
      <p:sp>
        <p:nvSpPr>
          <p:cNvPr id="76" name="textruta 8">
            <a:extLst>
              <a:ext uri="{FF2B5EF4-FFF2-40B4-BE49-F238E27FC236}">
                <a16:creationId xmlns:a16="http://schemas.microsoft.com/office/drawing/2014/main" id="{41105405-3067-F125-1CDC-D39F3E1DE87E}"/>
              </a:ext>
            </a:extLst>
          </p:cNvPr>
          <p:cNvSpPr txBox="1"/>
          <p:nvPr/>
        </p:nvSpPr>
        <p:spPr>
          <a:xfrm>
            <a:off x="8817844" y="3580495"/>
            <a:ext cx="2741820" cy="494643"/>
          </a:xfrm>
          <a:prstGeom prst="rect">
            <a:avLst/>
          </a:prstGeom>
          <a:noFill/>
        </p:spPr>
        <p:txBody>
          <a:bodyPr wrap="square" lIns="0" tIns="0" rIns="0" bIns="32659" rtlCol="0">
            <a:spAutoFit/>
          </a:bodyPr>
          <a:lstStyle/>
          <a:p>
            <a:r>
              <a:rPr lang="en-US" sz="1000" i="1" noProof="0" dirty="0" err="1">
                <a:solidFill>
                  <a:schemeClr val="tx2"/>
                </a:solidFill>
              </a:rPr>
              <a:t>Stödlinjer</a:t>
            </a:r>
            <a:r>
              <a:rPr lang="en-US" sz="1000" noProof="0" dirty="0">
                <a:solidFill>
                  <a:schemeClr val="tx2"/>
                </a:solidFill>
              </a:rPr>
              <a:t> </a:t>
            </a:r>
            <a:r>
              <a:rPr lang="en-US" sz="1000" noProof="0" dirty="0" err="1">
                <a:solidFill>
                  <a:schemeClr val="tx2"/>
                </a:solidFill>
              </a:rPr>
              <a:t>finns</a:t>
            </a:r>
            <a:r>
              <a:rPr lang="en-US" sz="1000" noProof="0" dirty="0">
                <a:solidFill>
                  <a:schemeClr val="tx2"/>
                </a:solidFill>
              </a:rPr>
              <a:t> </a:t>
            </a:r>
            <a:r>
              <a:rPr lang="en-US" sz="1000" noProof="0" dirty="0" err="1">
                <a:solidFill>
                  <a:schemeClr val="tx2"/>
                </a:solidFill>
              </a:rPr>
              <a:t>alltid</a:t>
            </a:r>
            <a:r>
              <a:rPr lang="en-US" sz="1000" noProof="0" dirty="0">
                <a:solidFill>
                  <a:schemeClr val="tx2"/>
                </a:solidFill>
              </a:rPr>
              <a:t> per </a:t>
            </a:r>
            <a:r>
              <a:rPr lang="en-US" sz="1000" noProof="0" dirty="0" err="1">
                <a:solidFill>
                  <a:schemeClr val="tx2"/>
                </a:solidFill>
              </a:rPr>
              <a:t>automatik</a:t>
            </a:r>
            <a:r>
              <a:rPr lang="en-US" sz="1000" noProof="0" dirty="0">
                <a:solidFill>
                  <a:schemeClr val="tx2"/>
                </a:solidFill>
              </a:rPr>
              <a:t>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layout, men </a:t>
            </a:r>
            <a:r>
              <a:rPr lang="en-US" sz="1000" noProof="0" dirty="0" err="1">
                <a:solidFill>
                  <a:schemeClr val="tx2"/>
                </a:solidFill>
              </a:rPr>
              <a:t>ofta</a:t>
            </a:r>
            <a:r>
              <a:rPr lang="en-US" sz="1000" noProof="0" dirty="0">
                <a:solidFill>
                  <a:schemeClr val="tx2"/>
                </a:solidFill>
              </a:rPr>
              <a:t> </a:t>
            </a:r>
            <a:r>
              <a:rPr lang="en-US" sz="1000" noProof="0" dirty="0" err="1">
                <a:solidFill>
                  <a:schemeClr val="tx2"/>
                </a:solidFill>
              </a:rPr>
              <a:t>har</a:t>
            </a:r>
            <a:r>
              <a:rPr lang="en-US" sz="1000" noProof="0" dirty="0">
                <a:solidFill>
                  <a:schemeClr val="tx2"/>
                </a:solidFill>
              </a:rPr>
              <a:t> </a:t>
            </a:r>
            <a:r>
              <a:rPr lang="en-US" sz="1000" noProof="0" dirty="0" err="1">
                <a:solidFill>
                  <a:schemeClr val="tx2"/>
                </a:solidFill>
              </a:rPr>
              <a:t>mallar</a:t>
            </a:r>
            <a:r>
              <a:rPr lang="en-US" sz="1000" noProof="0" dirty="0">
                <a:solidFill>
                  <a:schemeClr val="tx2"/>
                </a:solidFill>
              </a:rPr>
              <a:t> </a:t>
            </a:r>
            <a:r>
              <a:rPr lang="en-US" sz="1000" noProof="0" dirty="0" err="1">
                <a:solidFill>
                  <a:schemeClr val="tx2"/>
                </a:solidFill>
              </a:rPr>
              <a:t>speciellt</a:t>
            </a:r>
            <a:r>
              <a:rPr lang="en-US" sz="1000" noProof="0" dirty="0">
                <a:solidFill>
                  <a:schemeClr val="tx2"/>
                </a:solidFill>
              </a:rPr>
              <a:t> </a:t>
            </a:r>
            <a:r>
              <a:rPr lang="en-US" sz="1000" noProof="0" dirty="0" err="1">
                <a:solidFill>
                  <a:schemeClr val="tx2"/>
                </a:solidFill>
              </a:rPr>
              <a:t>inställda</a:t>
            </a:r>
            <a:r>
              <a:rPr lang="en-US" sz="1000" noProof="0" dirty="0">
                <a:solidFill>
                  <a:schemeClr val="tx2"/>
                </a:solidFill>
              </a:rPr>
              <a:t> </a:t>
            </a:r>
            <a:r>
              <a:rPr lang="en-US" sz="1000" noProof="0" dirty="0" err="1">
                <a:solidFill>
                  <a:schemeClr val="tx2"/>
                </a:solidFill>
              </a:rPr>
              <a:t>stödlinjer</a:t>
            </a:r>
            <a:r>
              <a:rPr lang="en-US" sz="1000" noProof="0" dirty="0">
                <a:solidFill>
                  <a:schemeClr val="tx2"/>
                </a:solidFill>
              </a:rPr>
              <a:t> </a:t>
            </a:r>
            <a:r>
              <a:rPr lang="en-US" sz="1000" noProof="0" dirty="0" err="1">
                <a:solidFill>
                  <a:schemeClr val="tx2"/>
                </a:solidFill>
              </a:rPr>
              <a:t>anpassade</a:t>
            </a:r>
            <a:r>
              <a:rPr lang="en-US" sz="1000" noProof="0" dirty="0">
                <a:solidFill>
                  <a:schemeClr val="tx2"/>
                </a:solidFill>
              </a:rPr>
              <a:t> just för </a:t>
            </a:r>
            <a:r>
              <a:rPr lang="en-US" sz="1000" noProof="0" dirty="0" err="1">
                <a:solidFill>
                  <a:schemeClr val="tx2"/>
                </a:solidFill>
              </a:rPr>
              <a:t>mallen</a:t>
            </a:r>
            <a:r>
              <a:rPr lang="en-US" sz="1000" noProof="0" dirty="0">
                <a:solidFill>
                  <a:schemeClr val="tx2"/>
                </a:solidFill>
              </a:rPr>
              <a:t>.</a:t>
            </a:r>
          </a:p>
        </p:txBody>
      </p:sp>
      <p:pic>
        <p:nvPicPr>
          <p:cNvPr id="77" name="Bildobjekt 76">
            <a:extLst>
              <a:ext uri="{FF2B5EF4-FFF2-40B4-BE49-F238E27FC236}">
                <a16:creationId xmlns:a16="http://schemas.microsoft.com/office/drawing/2014/main" id="{CA4B4E29-FFC9-F9C9-FC70-F5D0E3D74947}"/>
              </a:ext>
            </a:extLst>
          </p:cNvPr>
          <p:cNvPicPr>
            <a:picLocks noChangeAspect="1"/>
          </p:cNvPicPr>
          <p:nvPr/>
        </p:nvPicPr>
        <p:blipFill>
          <a:blip r:embed="rId6"/>
          <a:srcRect/>
          <a:stretch/>
        </p:blipFill>
        <p:spPr>
          <a:xfrm>
            <a:off x="10456897" y="4378906"/>
            <a:ext cx="1111216" cy="635744"/>
          </a:xfrm>
          <a:prstGeom prst="rect">
            <a:avLst/>
          </a:prstGeom>
          <a:ln w="3175">
            <a:solidFill>
              <a:schemeClr val="tx1">
                <a:lumMod val="50000"/>
                <a:lumOff val="50000"/>
              </a:schemeClr>
            </a:solidFill>
          </a:ln>
        </p:spPr>
      </p:pic>
      <p:sp>
        <p:nvSpPr>
          <p:cNvPr id="78" name="Oval 14">
            <a:extLst>
              <a:ext uri="{FF2B5EF4-FFF2-40B4-BE49-F238E27FC236}">
                <a16:creationId xmlns:a16="http://schemas.microsoft.com/office/drawing/2014/main" id="{2FAAD527-371C-E8EE-8493-D338FD20F33C}"/>
              </a:ext>
            </a:extLst>
          </p:cNvPr>
          <p:cNvSpPr/>
          <p:nvPr/>
        </p:nvSpPr>
        <p:spPr>
          <a:xfrm>
            <a:off x="9177581" y="4766133"/>
            <a:ext cx="1154973" cy="115497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a:solidFill>
                  <a:schemeClr val="tx1"/>
                </a:solidFill>
              </a:rPr>
              <a:t>Under </a:t>
            </a:r>
            <a:r>
              <a:rPr lang="en-US" sz="800" noProof="0" dirty="0" err="1">
                <a:solidFill>
                  <a:schemeClr val="tx1"/>
                </a:solidFill>
              </a:rPr>
              <a:t>fliken</a:t>
            </a:r>
            <a:r>
              <a:rPr lang="en-US" sz="800" noProof="0" dirty="0">
                <a:solidFill>
                  <a:schemeClr val="tx1"/>
                </a:solidFill>
              </a:rPr>
              <a:t> </a:t>
            </a:r>
            <a:r>
              <a:rPr lang="en-US" sz="800" b="1" noProof="0" dirty="0">
                <a:solidFill>
                  <a:schemeClr val="tx1"/>
                </a:solidFill>
              </a:rPr>
              <a:t>Visa</a:t>
            </a:r>
            <a:r>
              <a:rPr lang="en-US" sz="800" noProof="0" dirty="0">
                <a:solidFill>
                  <a:schemeClr val="tx1"/>
                </a:solidFill>
              </a:rPr>
              <a:t> </a:t>
            </a:r>
            <a:r>
              <a:rPr lang="en-US" sz="800" noProof="0" dirty="0" err="1">
                <a:solidFill>
                  <a:schemeClr val="tx1"/>
                </a:solidFill>
              </a:rPr>
              <a:t>klickar</a:t>
            </a:r>
            <a:r>
              <a:rPr lang="en-US" sz="800" noProof="0" dirty="0">
                <a:solidFill>
                  <a:schemeClr val="tx1"/>
                </a:solidFill>
              </a:rPr>
              <a:t> du </a:t>
            </a:r>
            <a:r>
              <a:rPr lang="en-US" sz="800" noProof="0" dirty="0" err="1">
                <a:solidFill>
                  <a:schemeClr val="tx1"/>
                </a:solidFill>
              </a:rPr>
              <a:t>i</a:t>
            </a:r>
            <a:r>
              <a:rPr lang="en-US" sz="800" noProof="0" dirty="0">
                <a:solidFill>
                  <a:schemeClr val="tx1"/>
                </a:solidFill>
              </a:rPr>
              <a:t> </a:t>
            </a:r>
            <a:r>
              <a:rPr lang="en-US" sz="800" noProof="0" dirty="0" err="1">
                <a:solidFill>
                  <a:schemeClr val="tx1"/>
                </a:solidFill>
              </a:rPr>
              <a:t>boxarna</a:t>
            </a:r>
            <a:r>
              <a:rPr lang="en-US" sz="800" noProof="0" dirty="0">
                <a:solidFill>
                  <a:schemeClr val="tx1"/>
                </a:solidFill>
              </a:rPr>
              <a:t> för </a:t>
            </a:r>
            <a:r>
              <a:rPr lang="en-US" sz="800" i="1" noProof="0" dirty="0" err="1">
                <a:solidFill>
                  <a:schemeClr val="tx1"/>
                </a:solidFill>
              </a:rPr>
              <a:t>Linjal</a:t>
            </a:r>
            <a:r>
              <a:rPr lang="en-US" sz="800" noProof="0" dirty="0">
                <a:solidFill>
                  <a:schemeClr val="tx1"/>
                </a:solidFill>
              </a:rPr>
              <a:t> och </a:t>
            </a:r>
            <a:r>
              <a:rPr lang="en-US" sz="800" i="1" noProof="0" dirty="0" err="1">
                <a:solidFill>
                  <a:schemeClr val="tx1"/>
                </a:solidFill>
              </a:rPr>
              <a:t>Stödlinjer</a:t>
            </a:r>
            <a:endParaRPr lang="en-US" sz="800" b="1" i="1" noProof="0" dirty="0">
              <a:solidFill>
                <a:schemeClr val="tx1"/>
              </a:solidFill>
            </a:endParaRPr>
          </a:p>
        </p:txBody>
      </p:sp>
      <p:sp>
        <p:nvSpPr>
          <p:cNvPr id="79" name="Arc 13">
            <a:extLst>
              <a:ext uri="{FF2B5EF4-FFF2-40B4-BE49-F238E27FC236}">
                <a16:creationId xmlns:a16="http://schemas.microsoft.com/office/drawing/2014/main" id="{2394A4B0-5011-2D79-8BFD-24C11C4D728C}"/>
              </a:ext>
            </a:extLst>
          </p:cNvPr>
          <p:cNvSpPr/>
          <p:nvPr/>
        </p:nvSpPr>
        <p:spPr>
          <a:xfrm>
            <a:off x="9935091" y="4547781"/>
            <a:ext cx="663437" cy="436704"/>
          </a:xfrm>
          <a:prstGeom prst="arc">
            <a:avLst>
              <a:gd name="adj1" fmla="val 11272006"/>
              <a:gd name="adj2" fmla="val 18280528"/>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80" name="textruta 4">
            <a:extLst>
              <a:ext uri="{FF2B5EF4-FFF2-40B4-BE49-F238E27FC236}">
                <a16:creationId xmlns:a16="http://schemas.microsoft.com/office/drawing/2014/main" id="{50F0BC42-C8C8-0B96-AC8B-E39A9AD08940}"/>
              </a:ext>
            </a:extLst>
          </p:cNvPr>
          <p:cNvSpPr txBox="1"/>
          <p:nvPr/>
        </p:nvSpPr>
        <p:spPr>
          <a:xfrm>
            <a:off x="4352849" y="4450327"/>
            <a:ext cx="4497727" cy="169277"/>
          </a:xfrm>
          <a:prstGeom prst="rect">
            <a:avLst/>
          </a:prstGeom>
          <a:noFill/>
        </p:spPr>
        <p:txBody>
          <a:bodyPr wrap="square" lIns="0" tIns="0" rIns="0" bIns="0" rtlCol="0">
            <a:spAutoFit/>
          </a:bodyPr>
          <a:lstStyle/>
          <a:p>
            <a:r>
              <a:rPr lang="en-US" sz="1100" noProof="0" dirty="0">
                <a:solidFill>
                  <a:schemeClr val="tx2"/>
                </a:solidFill>
                <a:latin typeface="+mj-lt"/>
              </a:rPr>
              <a:t>HUR REDIGERAR JAG SIDFOT OCH SIDHUVUD?</a:t>
            </a:r>
          </a:p>
        </p:txBody>
      </p:sp>
      <p:sp>
        <p:nvSpPr>
          <p:cNvPr id="3" name="Arc 23">
            <a:extLst>
              <a:ext uri="{FF2B5EF4-FFF2-40B4-BE49-F238E27FC236}">
                <a16:creationId xmlns:a16="http://schemas.microsoft.com/office/drawing/2014/main" id="{FB07766A-4248-BB35-E733-162B3A87EDBA}"/>
              </a:ext>
            </a:extLst>
          </p:cNvPr>
          <p:cNvSpPr/>
          <p:nvPr/>
        </p:nvSpPr>
        <p:spPr>
          <a:xfrm>
            <a:off x="6561967" y="3046578"/>
            <a:ext cx="530309" cy="597437"/>
          </a:xfrm>
          <a:prstGeom prst="arc">
            <a:avLst>
              <a:gd name="adj1" fmla="val 13660966"/>
              <a:gd name="adj2" fmla="val 17425936"/>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9" name="textruta 8">
            <a:extLst>
              <a:ext uri="{FF2B5EF4-FFF2-40B4-BE49-F238E27FC236}">
                <a16:creationId xmlns:a16="http://schemas.microsoft.com/office/drawing/2014/main" id="{B5AC0CD9-6943-C184-A3C3-E133E24B6317}"/>
              </a:ext>
            </a:extLst>
          </p:cNvPr>
          <p:cNvSpPr txBox="1"/>
          <p:nvPr/>
        </p:nvSpPr>
        <p:spPr>
          <a:xfrm>
            <a:off x="4352849" y="4719934"/>
            <a:ext cx="2260194" cy="1077218"/>
          </a:xfrm>
          <a:prstGeom prst="rect">
            <a:avLst/>
          </a:prstGeom>
          <a:noFill/>
        </p:spPr>
        <p:txBody>
          <a:bodyPr wrap="square" lIns="0" tIns="0" rIns="0" bIns="0" rtlCol="0">
            <a:spAutoFit/>
          </a:bodyPr>
          <a:lstStyle/>
          <a:p>
            <a:r>
              <a:rPr lang="en-US" sz="1000" noProof="0" dirty="0">
                <a:solidFill>
                  <a:schemeClr val="tx2"/>
                </a:solidFill>
              </a:rPr>
              <a:t>Under </a:t>
            </a:r>
            <a:r>
              <a:rPr lang="en-US" sz="1000" noProof="0" dirty="0" err="1">
                <a:solidFill>
                  <a:schemeClr val="tx2"/>
                </a:solidFill>
              </a:rPr>
              <a:t>fliken</a:t>
            </a:r>
            <a:r>
              <a:rPr lang="en-US" sz="1000" noProof="0" dirty="0">
                <a:solidFill>
                  <a:schemeClr val="tx2"/>
                </a:solidFill>
              </a:rPr>
              <a:t> </a:t>
            </a:r>
            <a:r>
              <a:rPr lang="en-US" sz="1000" b="1" noProof="0" dirty="0" err="1">
                <a:solidFill>
                  <a:schemeClr val="tx2"/>
                </a:solidFill>
              </a:rPr>
              <a:t>Infoga</a:t>
            </a:r>
            <a:r>
              <a:rPr lang="en-US" sz="1000" noProof="0" dirty="0">
                <a:solidFill>
                  <a:schemeClr val="tx2"/>
                </a:solidFill>
              </a:rPr>
              <a:t> </a:t>
            </a:r>
            <a:r>
              <a:rPr lang="en-US" sz="1000" noProof="0" dirty="0" err="1">
                <a:solidFill>
                  <a:schemeClr val="tx2"/>
                </a:solidFill>
              </a:rPr>
              <a:t>hittar</a:t>
            </a:r>
            <a:r>
              <a:rPr lang="en-US" sz="1000" noProof="0" dirty="0">
                <a:solidFill>
                  <a:schemeClr val="tx2"/>
                </a:solidFill>
              </a:rPr>
              <a:t> du </a:t>
            </a:r>
            <a:r>
              <a:rPr lang="en-US" sz="1000" b="1" i="1" noProof="0" dirty="0" err="1">
                <a:solidFill>
                  <a:schemeClr val="tx2"/>
                </a:solidFill>
              </a:rPr>
              <a:t>Sidhuvud</a:t>
            </a:r>
            <a:r>
              <a:rPr lang="en-US" sz="1000" b="1" i="1" noProof="0" dirty="0">
                <a:solidFill>
                  <a:schemeClr val="tx2"/>
                </a:solidFill>
              </a:rPr>
              <a:t> och </a:t>
            </a:r>
            <a:r>
              <a:rPr lang="en-US" sz="1000" b="1" i="1" noProof="0" dirty="0" err="1">
                <a:solidFill>
                  <a:schemeClr val="tx2"/>
                </a:solidFill>
              </a:rPr>
              <a:t>sidfot</a:t>
            </a:r>
            <a:r>
              <a:rPr lang="en-US" sz="1000" i="1" noProof="0" dirty="0">
                <a:solidFill>
                  <a:schemeClr val="tx2"/>
                </a:solidFill>
              </a:rPr>
              <a:t>. </a:t>
            </a:r>
            <a:r>
              <a:rPr lang="en-US" sz="1000" noProof="0" dirty="0" err="1">
                <a:solidFill>
                  <a:schemeClr val="tx2"/>
                </a:solidFill>
              </a:rPr>
              <a:t>När</a:t>
            </a:r>
            <a:r>
              <a:rPr lang="en-US" sz="1000" noProof="0" dirty="0">
                <a:solidFill>
                  <a:schemeClr val="tx2"/>
                </a:solidFill>
              </a:rPr>
              <a:t> du </a:t>
            </a:r>
            <a:r>
              <a:rPr lang="en-US" sz="1000" noProof="0" dirty="0" err="1">
                <a:solidFill>
                  <a:schemeClr val="tx2"/>
                </a:solidFill>
              </a:rPr>
              <a:t>klickar</a:t>
            </a:r>
            <a:r>
              <a:rPr lang="en-US" sz="1000" noProof="0" dirty="0">
                <a:solidFill>
                  <a:schemeClr val="tx2"/>
                </a:solidFill>
              </a:rPr>
              <a:t> </a:t>
            </a:r>
            <a:r>
              <a:rPr lang="en-US" sz="1000" noProof="0" dirty="0" err="1">
                <a:solidFill>
                  <a:schemeClr val="tx2"/>
                </a:solidFill>
              </a:rPr>
              <a:t>här</a:t>
            </a:r>
            <a:r>
              <a:rPr lang="en-US" sz="1000" noProof="0" dirty="0">
                <a:solidFill>
                  <a:schemeClr val="tx2"/>
                </a:solidFill>
              </a:rPr>
              <a:t> </a:t>
            </a:r>
            <a:r>
              <a:rPr lang="en-US" sz="1000" noProof="0" dirty="0" err="1">
                <a:solidFill>
                  <a:schemeClr val="tx2"/>
                </a:solidFill>
              </a:rPr>
              <a:t>öppnas</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dialogruta</a:t>
            </a:r>
            <a:r>
              <a:rPr lang="en-US" sz="1000" noProof="0" dirty="0">
                <a:solidFill>
                  <a:schemeClr val="tx2"/>
                </a:solidFill>
              </a:rPr>
              <a:t> med </a:t>
            </a:r>
            <a:r>
              <a:rPr lang="en-US" sz="1000" noProof="0" dirty="0" err="1">
                <a:solidFill>
                  <a:schemeClr val="tx2"/>
                </a:solidFill>
              </a:rPr>
              <a:t>olika</a:t>
            </a:r>
            <a:r>
              <a:rPr lang="en-US" sz="1000" noProof="0" dirty="0">
                <a:solidFill>
                  <a:schemeClr val="tx2"/>
                </a:solidFill>
              </a:rPr>
              <a:t> </a:t>
            </a:r>
            <a:r>
              <a:rPr lang="en-US" sz="1000" noProof="0" dirty="0" err="1">
                <a:solidFill>
                  <a:schemeClr val="tx2"/>
                </a:solidFill>
              </a:rPr>
              <a:t>val</a:t>
            </a:r>
            <a:r>
              <a:rPr lang="en-US" sz="1000" noProof="0" dirty="0">
                <a:solidFill>
                  <a:schemeClr val="tx2"/>
                </a:solidFill>
              </a:rPr>
              <a:t> du </a:t>
            </a:r>
            <a:r>
              <a:rPr lang="en-US" sz="1000" noProof="0" dirty="0" err="1">
                <a:solidFill>
                  <a:schemeClr val="tx2"/>
                </a:solidFill>
              </a:rPr>
              <a:t>kan</a:t>
            </a:r>
            <a:r>
              <a:rPr lang="en-US" sz="1000" noProof="0" dirty="0">
                <a:solidFill>
                  <a:schemeClr val="tx2"/>
                </a:solidFill>
              </a:rPr>
              <a:t> </a:t>
            </a:r>
            <a:r>
              <a:rPr lang="en-US" sz="1000" noProof="0" dirty="0" err="1">
                <a:solidFill>
                  <a:schemeClr val="tx2"/>
                </a:solidFill>
              </a:rPr>
              <a:t>göra</a:t>
            </a:r>
            <a:r>
              <a:rPr lang="en-US" sz="1000" noProof="0" dirty="0">
                <a:solidFill>
                  <a:schemeClr val="tx2"/>
                </a:solidFill>
              </a:rPr>
              <a:t> för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redigera</a:t>
            </a:r>
            <a:r>
              <a:rPr lang="en-US" sz="1000" noProof="0" dirty="0">
                <a:solidFill>
                  <a:schemeClr val="tx2"/>
                </a:solidFill>
              </a:rPr>
              <a:t> </a:t>
            </a:r>
            <a:r>
              <a:rPr lang="en-US" sz="1000" noProof="0" dirty="0" err="1">
                <a:solidFill>
                  <a:schemeClr val="tx2"/>
                </a:solidFill>
              </a:rPr>
              <a:t>sidfot</a:t>
            </a:r>
            <a:r>
              <a:rPr lang="en-US" sz="1000" noProof="0" dirty="0">
                <a:solidFill>
                  <a:schemeClr val="tx2"/>
                </a:solidFill>
              </a:rPr>
              <a:t> och </a:t>
            </a:r>
            <a:r>
              <a:rPr lang="en-US" sz="1000" noProof="0" dirty="0" err="1">
                <a:solidFill>
                  <a:schemeClr val="tx2"/>
                </a:solidFill>
              </a:rPr>
              <a:t>sidhuvud</a:t>
            </a:r>
            <a:r>
              <a:rPr lang="en-US" sz="1000" noProof="0" dirty="0">
                <a:solidFill>
                  <a:schemeClr val="tx2"/>
                </a:solidFill>
              </a:rPr>
              <a:t>. Vill du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dina</a:t>
            </a:r>
            <a:r>
              <a:rPr lang="en-US" sz="1000" noProof="0" dirty="0">
                <a:solidFill>
                  <a:schemeClr val="tx2"/>
                </a:solidFill>
              </a:rPr>
              <a:t> </a:t>
            </a:r>
            <a:r>
              <a:rPr lang="en-US" sz="1000" noProof="0" dirty="0" err="1">
                <a:solidFill>
                  <a:schemeClr val="tx2"/>
                </a:solidFill>
              </a:rPr>
              <a:t>ändringar</a:t>
            </a:r>
            <a:r>
              <a:rPr lang="en-US" sz="1000" noProof="0" dirty="0">
                <a:solidFill>
                  <a:schemeClr val="tx2"/>
                </a:solidFill>
              </a:rPr>
              <a:t> ska </a:t>
            </a:r>
            <a:r>
              <a:rPr lang="en-US" sz="1000" noProof="0" dirty="0" err="1">
                <a:solidFill>
                  <a:schemeClr val="tx2"/>
                </a:solidFill>
              </a:rPr>
              <a:t>gälla</a:t>
            </a:r>
            <a:r>
              <a:rPr lang="en-US" sz="1000" noProof="0" dirty="0">
                <a:solidFill>
                  <a:schemeClr val="tx2"/>
                </a:solidFill>
              </a:rPr>
              <a:t> för alla </a:t>
            </a:r>
            <a:r>
              <a:rPr lang="en-US" sz="1000" noProof="0" dirty="0" err="1">
                <a:solidFill>
                  <a:schemeClr val="tx2"/>
                </a:solidFill>
              </a:rPr>
              <a:t>layouter</a:t>
            </a:r>
            <a:r>
              <a:rPr lang="en-US" sz="1000" noProof="0" dirty="0">
                <a:solidFill>
                  <a:schemeClr val="tx2"/>
                </a:solidFill>
              </a:rPr>
              <a:t> </a:t>
            </a:r>
            <a:r>
              <a:rPr lang="en-US" sz="1000" noProof="0" dirty="0" err="1">
                <a:solidFill>
                  <a:schemeClr val="tx2"/>
                </a:solidFill>
              </a:rPr>
              <a:t>väljer</a:t>
            </a:r>
            <a:r>
              <a:rPr lang="en-US" sz="1000" noProof="0" dirty="0">
                <a:solidFill>
                  <a:schemeClr val="tx2"/>
                </a:solidFill>
              </a:rPr>
              <a:t> du </a:t>
            </a:r>
            <a:r>
              <a:rPr lang="en-US" sz="1000" i="1" noProof="0" dirty="0" err="1">
                <a:solidFill>
                  <a:schemeClr val="tx2"/>
                </a:solidFill>
              </a:rPr>
              <a:t>Använd</a:t>
            </a:r>
            <a:r>
              <a:rPr lang="en-US" sz="1000" i="1" noProof="0" dirty="0">
                <a:solidFill>
                  <a:schemeClr val="tx2"/>
                </a:solidFill>
              </a:rPr>
              <a:t> för alla. </a:t>
            </a:r>
            <a:r>
              <a:rPr lang="en-US" sz="1000" noProof="0" dirty="0">
                <a:solidFill>
                  <a:schemeClr val="tx2"/>
                </a:solidFill>
              </a:rPr>
              <a:t>Vill du bara </a:t>
            </a:r>
            <a:r>
              <a:rPr lang="en-US" sz="1000" noProof="0" dirty="0" err="1">
                <a:solidFill>
                  <a:schemeClr val="tx2"/>
                </a:solidFill>
              </a:rPr>
              <a:t>ändra</a:t>
            </a:r>
            <a:r>
              <a:rPr lang="en-US" sz="1000" noProof="0" dirty="0">
                <a:solidFill>
                  <a:schemeClr val="tx2"/>
                </a:solidFill>
              </a:rPr>
              <a:t>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sidan</a:t>
            </a:r>
            <a:r>
              <a:rPr lang="en-US" sz="1000" noProof="0" dirty="0">
                <a:solidFill>
                  <a:schemeClr val="tx2"/>
                </a:solidFill>
              </a:rPr>
              <a:t> du </a:t>
            </a:r>
            <a:r>
              <a:rPr lang="en-US" sz="1000" noProof="0" dirty="0" err="1">
                <a:solidFill>
                  <a:schemeClr val="tx2"/>
                </a:solidFill>
              </a:rPr>
              <a:t>står</a:t>
            </a:r>
            <a:r>
              <a:rPr lang="en-US" sz="1000" noProof="0" dirty="0">
                <a:solidFill>
                  <a:schemeClr val="tx2"/>
                </a:solidFill>
              </a:rPr>
              <a:t>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väljer</a:t>
            </a:r>
            <a:r>
              <a:rPr lang="en-US" sz="1000" noProof="0" dirty="0">
                <a:solidFill>
                  <a:schemeClr val="tx2"/>
                </a:solidFill>
              </a:rPr>
              <a:t> du </a:t>
            </a:r>
            <a:r>
              <a:rPr lang="en-US" sz="1000" i="1" noProof="0" dirty="0">
                <a:solidFill>
                  <a:schemeClr val="tx2"/>
                </a:solidFill>
              </a:rPr>
              <a:t> </a:t>
            </a:r>
            <a:r>
              <a:rPr lang="en-US" sz="1000" noProof="0" dirty="0" err="1">
                <a:solidFill>
                  <a:schemeClr val="tx2"/>
                </a:solidFill>
              </a:rPr>
              <a:t>att</a:t>
            </a:r>
            <a:r>
              <a:rPr lang="en-US" sz="1000" noProof="0" dirty="0">
                <a:solidFill>
                  <a:schemeClr val="tx2"/>
                </a:solidFill>
              </a:rPr>
              <a:t> </a:t>
            </a:r>
            <a:r>
              <a:rPr lang="en-US" sz="1000" i="1" noProof="0" dirty="0" err="1">
                <a:solidFill>
                  <a:schemeClr val="tx2"/>
                </a:solidFill>
              </a:rPr>
              <a:t>Använd</a:t>
            </a:r>
            <a:r>
              <a:rPr lang="en-US" sz="1000" noProof="0" dirty="0">
                <a:solidFill>
                  <a:schemeClr val="tx2"/>
                </a:solidFill>
              </a:rPr>
              <a:t>. </a:t>
            </a:r>
          </a:p>
        </p:txBody>
      </p:sp>
      <p:pic>
        <p:nvPicPr>
          <p:cNvPr id="12" name="Bildobjekt 11">
            <a:extLst>
              <a:ext uri="{FF2B5EF4-FFF2-40B4-BE49-F238E27FC236}">
                <a16:creationId xmlns:a16="http://schemas.microsoft.com/office/drawing/2014/main" id="{F5838881-596B-02D7-2EFB-52AFBBF11AA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20720" y="4748212"/>
            <a:ext cx="1948521" cy="1241948"/>
          </a:xfrm>
          <a:prstGeom prst="rect">
            <a:avLst/>
          </a:prstGeom>
          <a:ln>
            <a:solidFill>
              <a:schemeClr val="tx1">
                <a:lumMod val="50000"/>
                <a:lumOff val="50000"/>
              </a:schemeClr>
            </a:solidFill>
          </a:ln>
        </p:spPr>
      </p:pic>
    </p:spTree>
    <p:extLst>
      <p:ext uri="{BB962C8B-B14F-4D97-AF65-F5344CB8AC3E}">
        <p14:creationId xmlns:p14="http://schemas.microsoft.com/office/powerpoint/2010/main" val="598517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99BC35E-C6BB-4364-A69A-AB58390C9C2A}"/>
              </a:ext>
            </a:extLst>
          </p:cNvPr>
          <p:cNvSpPr>
            <a:spLocks noGrp="1"/>
          </p:cNvSpPr>
          <p:nvPr>
            <p:ph type="title"/>
          </p:nvPr>
        </p:nvSpPr>
        <p:spPr>
          <a:xfrm>
            <a:off x="630712" y="52802"/>
            <a:ext cx="2204874" cy="509884"/>
          </a:xfrm>
        </p:spPr>
        <p:txBody>
          <a:bodyPr>
            <a:normAutofit/>
          </a:bodyPr>
          <a:lstStyle/>
          <a:p>
            <a:r>
              <a:rPr lang="en-US" sz="1200" spc="600" noProof="0" dirty="0"/>
              <a:t>INSTRUKTIONER</a:t>
            </a:r>
            <a:br>
              <a:rPr lang="en-US" sz="2800" noProof="0" dirty="0"/>
            </a:br>
            <a:r>
              <a:rPr lang="en-US" sz="900" noProof="0" dirty="0"/>
              <a:t>Dold </a:t>
            </a:r>
            <a:r>
              <a:rPr lang="en-US" sz="900" noProof="0" dirty="0" err="1"/>
              <a:t>sida</a:t>
            </a:r>
            <a:r>
              <a:rPr lang="en-US" sz="900" noProof="0" dirty="0"/>
              <a:t>, visas </a:t>
            </a:r>
            <a:r>
              <a:rPr lang="en-US" sz="900" noProof="0" dirty="0" err="1"/>
              <a:t>inte</a:t>
            </a:r>
            <a:r>
              <a:rPr lang="en-US" sz="900" noProof="0" dirty="0"/>
              <a:t> vid </a:t>
            </a:r>
            <a:r>
              <a:rPr lang="en-US" sz="900" noProof="0" dirty="0" err="1"/>
              <a:t>utskrift</a:t>
            </a:r>
            <a:endParaRPr lang="en-US" sz="2800" noProof="0" dirty="0"/>
          </a:p>
        </p:txBody>
      </p:sp>
      <p:sp>
        <p:nvSpPr>
          <p:cNvPr id="60" name="textruta 4">
            <a:extLst>
              <a:ext uri="{FF2B5EF4-FFF2-40B4-BE49-F238E27FC236}">
                <a16:creationId xmlns:a16="http://schemas.microsoft.com/office/drawing/2014/main" id="{C98E915D-B70F-4A03-A607-E5491DB4F4F7}"/>
              </a:ext>
            </a:extLst>
          </p:cNvPr>
          <p:cNvSpPr txBox="1"/>
          <p:nvPr/>
        </p:nvSpPr>
        <p:spPr>
          <a:xfrm>
            <a:off x="623888" y="1193502"/>
            <a:ext cx="2592828" cy="169277"/>
          </a:xfrm>
          <a:prstGeom prst="rect">
            <a:avLst/>
          </a:prstGeom>
          <a:noFill/>
        </p:spPr>
        <p:txBody>
          <a:bodyPr wrap="square" lIns="0" tIns="0" rIns="0" bIns="0" rtlCol="0">
            <a:spAutoFit/>
          </a:bodyPr>
          <a:lstStyle/>
          <a:p>
            <a:r>
              <a:rPr lang="en-US" sz="1100" noProof="0" dirty="0">
                <a:solidFill>
                  <a:schemeClr val="tx2"/>
                </a:solidFill>
                <a:latin typeface="+mj-lt"/>
              </a:rPr>
              <a:t>VAD ÄR FORMAT?</a:t>
            </a:r>
          </a:p>
        </p:txBody>
      </p:sp>
      <p:cxnSp>
        <p:nvCxnSpPr>
          <p:cNvPr id="5" name="Rak pilkoppling 47">
            <a:extLst>
              <a:ext uri="{FF2B5EF4-FFF2-40B4-BE49-F238E27FC236}">
                <a16:creationId xmlns:a16="http://schemas.microsoft.com/office/drawing/2014/main" id="{39A32C7A-77E4-ACCE-929B-77554DD899CF}"/>
              </a:ext>
            </a:extLst>
          </p:cNvPr>
          <p:cNvCxnSpPr>
            <a:cxnSpLocks/>
          </p:cNvCxnSpPr>
          <p:nvPr/>
        </p:nvCxnSpPr>
        <p:spPr>
          <a:xfrm>
            <a:off x="-15119" y="370652"/>
            <a:ext cx="366811" cy="0"/>
          </a:xfrm>
          <a:prstGeom prst="straightConnector1">
            <a:avLst/>
          </a:prstGeom>
          <a:ln w="9525" cap="rnd">
            <a:solidFill>
              <a:schemeClr val="tx2"/>
            </a:solidFill>
            <a:round/>
            <a:tailEnd type="arrow"/>
          </a:ln>
        </p:spPr>
        <p:style>
          <a:lnRef idx="1">
            <a:schemeClr val="accent1"/>
          </a:lnRef>
          <a:fillRef idx="0">
            <a:schemeClr val="accent1"/>
          </a:fillRef>
          <a:effectRef idx="0">
            <a:schemeClr val="accent1"/>
          </a:effectRef>
          <a:fontRef idx="minor">
            <a:schemeClr val="tx1"/>
          </a:fontRef>
        </p:style>
      </p:cxnSp>
      <p:sp>
        <p:nvSpPr>
          <p:cNvPr id="40" name="textruta 4">
            <a:extLst>
              <a:ext uri="{FF2B5EF4-FFF2-40B4-BE49-F238E27FC236}">
                <a16:creationId xmlns:a16="http://schemas.microsoft.com/office/drawing/2014/main" id="{78E496FA-FCA0-7284-3746-22CC30B241FC}"/>
              </a:ext>
            </a:extLst>
          </p:cNvPr>
          <p:cNvSpPr txBox="1"/>
          <p:nvPr/>
        </p:nvSpPr>
        <p:spPr>
          <a:xfrm>
            <a:off x="4787959" y="1193502"/>
            <a:ext cx="2871629" cy="169277"/>
          </a:xfrm>
          <a:prstGeom prst="rect">
            <a:avLst/>
          </a:prstGeom>
          <a:noFill/>
        </p:spPr>
        <p:txBody>
          <a:bodyPr wrap="square" lIns="0" tIns="0" rIns="0" bIns="0" rtlCol="0">
            <a:spAutoFit/>
          </a:bodyPr>
          <a:lstStyle/>
          <a:p>
            <a:r>
              <a:rPr lang="en-US" sz="1100" noProof="0" dirty="0">
                <a:solidFill>
                  <a:schemeClr val="tx2"/>
                </a:solidFill>
                <a:latin typeface="+mj-lt"/>
              </a:rPr>
              <a:t>HUR BYTER JAG BAKGRUNDSBILD?</a:t>
            </a:r>
          </a:p>
        </p:txBody>
      </p:sp>
      <p:sp>
        <p:nvSpPr>
          <p:cNvPr id="75" name="textruta 4">
            <a:extLst>
              <a:ext uri="{FF2B5EF4-FFF2-40B4-BE49-F238E27FC236}">
                <a16:creationId xmlns:a16="http://schemas.microsoft.com/office/drawing/2014/main" id="{3D09D040-60B9-497B-4D0A-6ACDEAC629E8}"/>
              </a:ext>
            </a:extLst>
          </p:cNvPr>
          <p:cNvSpPr txBox="1"/>
          <p:nvPr/>
        </p:nvSpPr>
        <p:spPr>
          <a:xfrm>
            <a:off x="8815609" y="1193502"/>
            <a:ext cx="2812746" cy="169277"/>
          </a:xfrm>
          <a:prstGeom prst="rect">
            <a:avLst/>
          </a:prstGeom>
          <a:noFill/>
        </p:spPr>
        <p:txBody>
          <a:bodyPr wrap="square" lIns="0" tIns="0" rIns="0" bIns="0" rtlCol="0">
            <a:spAutoFit/>
          </a:bodyPr>
          <a:lstStyle/>
          <a:p>
            <a:r>
              <a:rPr lang="en-US" sz="1100" noProof="0" dirty="0">
                <a:solidFill>
                  <a:schemeClr val="tx2"/>
                </a:solidFill>
                <a:latin typeface="+mj-lt"/>
              </a:rPr>
              <a:t>HUR KOMPRIMERAR JAG BILDER?</a:t>
            </a:r>
          </a:p>
        </p:txBody>
      </p:sp>
      <p:sp>
        <p:nvSpPr>
          <p:cNvPr id="76" name="textruta 8">
            <a:extLst>
              <a:ext uri="{FF2B5EF4-FFF2-40B4-BE49-F238E27FC236}">
                <a16:creationId xmlns:a16="http://schemas.microsoft.com/office/drawing/2014/main" id="{41105405-3067-F125-1CDC-D39F3E1DE87E}"/>
              </a:ext>
            </a:extLst>
          </p:cNvPr>
          <p:cNvSpPr txBox="1"/>
          <p:nvPr/>
        </p:nvSpPr>
        <p:spPr>
          <a:xfrm>
            <a:off x="8815609" y="1412977"/>
            <a:ext cx="2752503" cy="494643"/>
          </a:xfrm>
          <a:prstGeom prst="rect">
            <a:avLst/>
          </a:prstGeom>
          <a:noFill/>
        </p:spPr>
        <p:txBody>
          <a:bodyPr wrap="square" lIns="0" tIns="0" rIns="0" bIns="32659" rtlCol="0">
            <a:spAutoFit/>
          </a:bodyPr>
          <a:lstStyle/>
          <a:p>
            <a:r>
              <a:rPr lang="en-US" sz="1000" noProof="0" dirty="0">
                <a:solidFill>
                  <a:schemeClr val="tx2"/>
                </a:solidFill>
              </a:rPr>
              <a:t>För </a:t>
            </a:r>
            <a:r>
              <a:rPr lang="en-US" sz="1000" noProof="0" dirty="0" err="1">
                <a:solidFill>
                  <a:schemeClr val="tx2"/>
                </a:solidFill>
              </a:rPr>
              <a:t>tunga</a:t>
            </a:r>
            <a:r>
              <a:rPr lang="en-US" sz="1000" noProof="0" dirty="0">
                <a:solidFill>
                  <a:schemeClr val="tx2"/>
                </a:solidFill>
              </a:rPr>
              <a:t> </a:t>
            </a:r>
            <a:r>
              <a:rPr lang="en-US" sz="1000" noProof="0" dirty="0" err="1">
                <a:solidFill>
                  <a:schemeClr val="tx2"/>
                </a:solidFill>
              </a:rPr>
              <a:t>bilder</a:t>
            </a:r>
            <a:r>
              <a:rPr lang="en-US" sz="1000" noProof="0" dirty="0">
                <a:solidFill>
                  <a:schemeClr val="tx2"/>
                </a:solidFill>
              </a:rPr>
              <a:t> </a:t>
            </a:r>
            <a:r>
              <a:rPr lang="en-US" sz="1000" noProof="0" dirty="0" err="1">
                <a:solidFill>
                  <a:schemeClr val="tx2"/>
                </a:solidFill>
              </a:rPr>
              <a:t>kan</a:t>
            </a:r>
            <a:r>
              <a:rPr lang="en-US" sz="1000" noProof="0" dirty="0">
                <a:solidFill>
                  <a:schemeClr val="tx2"/>
                </a:solidFill>
              </a:rPr>
              <a:t> </a:t>
            </a:r>
            <a:r>
              <a:rPr lang="en-US" sz="1000" noProof="0" dirty="0" err="1">
                <a:solidFill>
                  <a:schemeClr val="tx2"/>
                </a:solidFill>
              </a:rPr>
              <a:t>göra</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din presentation </a:t>
            </a:r>
            <a:r>
              <a:rPr lang="en-US" sz="1000" noProof="0" dirty="0" err="1">
                <a:solidFill>
                  <a:schemeClr val="tx2"/>
                </a:solidFill>
              </a:rPr>
              <a:t>laggar</a:t>
            </a:r>
            <a:r>
              <a:rPr lang="en-US" sz="1000" noProof="0" dirty="0">
                <a:solidFill>
                  <a:schemeClr val="tx2"/>
                </a:solidFill>
              </a:rPr>
              <a:t> och </a:t>
            </a:r>
            <a:r>
              <a:rPr lang="en-US" sz="1000" noProof="0" dirty="0" err="1">
                <a:solidFill>
                  <a:schemeClr val="tx2"/>
                </a:solidFill>
              </a:rPr>
              <a:t>blir</a:t>
            </a:r>
            <a:r>
              <a:rPr lang="en-US" sz="1000" noProof="0" dirty="0">
                <a:solidFill>
                  <a:schemeClr val="tx2"/>
                </a:solidFill>
              </a:rPr>
              <a:t> </a:t>
            </a:r>
            <a:r>
              <a:rPr lang="en-US" sz="1000" noProof="0" dirty="0" err="1">
                <a:solidFill>
                  <a:schemeClr val="tx2"/>
                </a:solidFill>
              </a:rPr>
              <a:t>långsam</a:t>
            </a:r>
            <a:r>
              <a:rPr lang="en-US" sz="1000" noProof="0" dirty="0">
                <a:solidFill>
                  <a:schemeClr val="tx2"/>
                </a:solidFill>
              </a:rPr>
              <a:t>. Ta för </a:t>
            </a:r>
            <a:r>
              <a:rPr lang="en-US" sz="1000" noProof="0" dirty="0" err="1">
                <a:solidFill>
                  <a:schemeClr val="tx2"/>
                </a:solidFill>
              </a:rPr>
              <a:t>vana</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komprimera</a:t>
            </a:r>
            <a:r>
              <a:rPr lang="en-US" sz="1000" noProof="0" dirty="0">
                <a:solidFill>
                  <a:schemeClr val="tx2"/>
                </a:solidFill>
              </a:rPr>
              <a:t> </a:t>
            </a:r>
            <a:r>
              <a:rPr lang="en-US" sz="1000" noProof="0" dirty="0" err="1">
                <a:solidFill>
                  <a:schemeClr val="tx2"/>
                </a:solidFill>
              </a:rPr>
              <a:t>bilder</a:t>
            </a:r>
            <a:r>
              <a:rPr lang="en-US" sz="1000" noProof="0" dirty="0">
                <a:solidFill>
                  <a:schemeClr val="tx2"/>
                </a:solidFill>
              </a:rPr>
              <a:t> </a:t>
            </a:r>
            <a:r>
              <a:rPr lang="en-US" sz="1000" noProof="0" dirty="0" err="1">
                <a:solidFill>
                  <a:schemeClr val="tx2"/>
                </a:solidFill>
              </a:rPr>
              <a:t>så</a:t>
            </a:r>
            <a:r>
              <a:rPr lang="en-US" sz="1000" noProof="0" dirty="0">
                <a:solidFill>
                  <a:schemeClr val="tx2"/>
                </a:solidFill>
              </a:rPr>
              <a:t> </a:t>
            </a:r>
            <a:r>
              <a:rPr lang="en-US" sz="1000" noProof="0" dirty="0" err="1">
                <a:solidFill>
                  <a:schemeClr val="tx2"/>
                </a:solidFill>
              </a:rPr>
              <a:t>här</a:t>
            </a:r>
            <a:r>
              <a:rPr lang="en-US" sz="1000" noProof="0" dirty="0">
                <a:solidFill>
                  <a:schemeClr val="tx2"/>
                </a:solidFill>
              </a:rPr>
              <a:t>:</a:t>
            </a:r>
          </a:p>
        </p:txBody>
      </p:sp>
      <p:sp>
        <p:nvSpPr>
          <p:cNvPr id="10" name="textruta 8">
            <a:extLst>
              <a:ext uri="{FF2B5EF4-FFF2-40B4-BE49-F238E27FC236}">
                <a16:creationId xmlns:a16="http://schemas.microsoft.com/office/drawing/2014/main" id="{BC6C3F85-ECE9-7544-0AE2-B0CB76B1305A}"/>
              </a:ext>
            </a:extLst>
          </p:cNvPr>
          <p:cNvSpPr txBox="1"/>
          <p:nvPr/>
        </p:nvSpPr>
        <p:spPr>
          <a:xfrm>
            <a:off x="623888" y="1439965"/>
            <a:ext cx="4001990" cy="494643"/>
          </a:xfrm>
          <a:prstGeom prst="rect">
            <a:avLst/>
          </a:prstGeom>
          <a:noFill/>
        </p:spPr>
        <p:txBody>
          <a:bodyPr wrap="square" lIns="0" tIns="0" rIns="0" bIns="32659" rtlCol="0">
            <a:spAutoFit/>
          </a:bodyPr>
          <a:lstStyle/>
          <a:p>
            <a:r>
              <a:rPr lang="en-US" sz="1000" i="1" noProof="0" dirty="0">
                <a:solidFill>
                  <a:schemeClr val="tx2"/>
                </a:solidFill>
              </a:rPr>
              <a:t>Format</a:t>
            </a:r>
            <a:r>
              <a:rPr lang="en-US" sz="1000" noProof="0" dirty="0">
                <a:solidFill>
                  <a:schemeClr val="tx2"/>
                </a:solidFill>
              </a:rPr>
              <a:t> </a:t>
            </a:r>
            <a:r>
              <a:rPr lang="en-US" sz="1000" noProof="0" dirty="0" err="1">
                <a:solidFill>
                  <a:schemeClr val="tx2"/>
                </a:solidFill>
              </a:rPr>
              <a:t>kallas</a:t>
            </a:r>
            <a:r>
              <a:rPr lang="en-US" sz="1000" noProof="0" dirty="0">
                <a:solidFill>
                  <a:schemeClr val="tx2"/>
                </a:solidFill>
              </a:rPr>
              <a:t>  </a:t>
            </a:r>
            <a:r>
              <a:rPr lang="en-US" sz="1000" noProof="0" dirty="0" err="1">
                <a:solidFill>
                  <a:schemeClr val="tx2"/>
                </a:solidFill>
              </a:rPr>
              <a:t>olika</a:t>
            </a:r>
            <a:r>
              <a:rPr lang="en-US" sz="1000" noProof="0" dirty="0">
                <a:solidFill>
                  <a:schemeClr val="tx2"/>
                </a:solidFill>
              </a:rPr>
              <a:t> </a:t>
            </a:r>
            <a:r>
              <a:rPr lang="en-US" sz="1000" noProof="0" dirty="0" err="1">
                <a:solidFill>
                  <a:schemeClr val="tx2"/>
                </a:solidFill>
              </a:rPr>
              <a:t>textformaten</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finns</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mallen</a:t>
            </a:r>
            <a:r>
              <a:rPr lang="en-US" sz="1000" noProof="0" dirty="0">
                <a:solidFill>
                  <a:schemeClr val="tx2"/>
                </a:solidFill>
              </a:rPr>
              <a:t> – </a:t>
            </a:r>
            <a:r>
              <a:rPr lang="en-US" sz="1000" noProof="0" dirty="0" err="1">
                <a:solidFill>
                  <a:schemeClr val="tx2"/>
                </a:solidFill>
              </a:rPr>
              <a:t>så</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i="1" noProof="0" dirty="0" err="1">
                <a:solidFill>
                  <a:schemeClr val="tx2"/>
                </a:solidFill>
              </a:rPr>
              <a:t>rubrik</a:t>
            </a:r>
            <a:r>
              <a:rPr lang="en-US" sz="1000" i="1" noProof="0" dirty="0">
                <a:solidFill>
                  <a:schemeClr val="tx2"/>
                </a:solidFill>
              </a:rPr>
              <a:t>, </a:t>
            </a:r>
            <a:r>
              <a:rPr lang="en-US" sz="1000" i="1" noProof="0" dirty="0" err="1">
                <a:solidFill>
                  <a:schemeClr val="tx2"/>
                </a:solidFill>
              </a:rPr>
              <a:t>underrubrik</a:t>
            </a:r>
            <a:r>
              <a:rPr lang="en-US" sz="1000" i="1" noProof="0" dirty="0">
                <a:solidFill>
                  <a:schemeClr val="tx2"/>
                </a:solidFill>
              </a:rPr>
              <a:t> </a:t>
            </a:r>
            <a:r>
              <a:rPr lang="en-US" sz="1000" noProof="0" dirty="0">
                <a:solidFill>
                  <a:schemeClr val="tx2"/>
                </a:solidFill>
              </a:rPr>
              <a:t>och de </a:t>
            </a:r>
            <a:r>
              <a:rPr lang="en-US" sz="1000" noProof="0" dirty="0" err="1">
                <a:solidFill>
                  <a:schemeClr val="tx2"/>
                </a:solidFill>
              </a:rPr>
              <a:t>olika</a:t>
            </a:r>
            <a:r>
              <a:rPr lang="en-US" sz="1000" noProof="0" dirty="0">
                <a:solidFill>
                  <a:schemeClr val="tx2"/>
                </a:solidFill>
              </a:rPr>
              <a:t> </a:t>
            </a:r>
            <a:r>
              <a:rPr lang="en-US" sz="1000" noProof="0" dirty="0" err="1">
                <a:solidFill>
                  <a:schemeClr val="tx2"/>
                </a:solidFill>
              </a:rPr>
              <a:t>nivåerna</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i="1" noProof="0" dirty="0" err="1">
                <a:solidFill>
                  <a:schemeClr val="tx2"/>
                </a:solidFill>
              </a:rPr>
              <a:t>punktlista</a:t>
            </a:r>
            <a:r>
              <a:rPr lang="en-US" sz="1000" noProof="0" dirty="0">
                <a:solidFill>
                  <a:schemeClr val="tx2"/>
                </a:solidFill>
              </a:rPr>
              <a:t>. I </a:t>
            </a:r>
            <a:r>
              <a:rPr lang="en-US" sz="1000" noProof="0" dirty="0" err="1">
                <a:solidFill>
                  <a:schemeClr val="tx2"/>
                </a:solidFill>
              </a:rPr>
              <a:t>mallen</a:t>
            </a:r>
            <a:r>
              <a:rPr lang="en-US" sz="1000" noProof="0" dirty="0">
                <a:solidFill>
                  <a:schemeClr val="tx2"/>
                </a:solidFill>
              </a:rPr>
              <a:t> </a:t>
            </a:r>
            <a:r>
              <a:rPr lang="en-US" sz="1000" noProof="0" dirty="0" err="1">
                <a:solidFill>
                  <a:schemeClr val="tx2"/>
                </a:solidFill>
              </a:rPr>
              <a:t>är</a:t>
            </a:r>
            <a:r>
              <a:rPr lang="en-US" sz="1000" noProof="0" dirty="0">
                <a:solidFill>
                  <a:schemeClr val="tx2"/>
                </a:solidFill>
              </a:rPr>
              <a:t> de </a:t>
            </a:r>
            <a:r>
              <a:rPr lang="en-US" sz="1000" noProof="0" dirty="0" err="1">
                <a:solidFill>
                  <a:schemeClr val="tx2"/>
                </a:solidFill>
              </a:rPr>
              <a:t>anpassade</a:t>
            </a:r>
            <a:r>
              <a:rPr lang="en-US" sz="1000" noProof="0" dirty="0">
                <a:solidFill>
                  <a:schemeClr val="tx2"/>
                </a:solidFill>
              </a:rPr>
              <a:t> </a:t>
            </a:r>
            <a:r>
              <a:rPr lang="en-US" sz="1000" noProof="0" dirty="0" err="1">
                <a:solidFill>
                  <a:schemeClr val="tx2"/>
                </a:solidFill>
              </a:rPr>
              <a:t>efter</a:t>
            </a:r>
            <a:r>
              <a:rPr lang="en-US" sz="1000" noProof="0" dirty="0">
                <a:solidFill>
                  <a:schemeClr val="tx2"/>
                </a:solidFill>
              </a:rPr>
              <a:t> just era </a:t>
            </a:r>
            <a:r>
              <a:rPr lang="en-US" sz="1000" noProof="0" dirty="0" err="1">
                <a:solidFill>
                  <a:schemeClr val="tx2"/>
                </a:solidFill>
              </a:rPr>
              <a:t>direktiv</a:t>
            </a:r>
            <a:r>
              <a:rPr lang="en-US" sz="1000" noProof="0" dirty="0">
                <a:solidFill>
                  <a:schemeClr val="tx2"/>
                </a:solidFill>
              </a:rPr>
              <a:t>, </a:t>
            </a:r>
            <a:r>
              <a:rPr lang="en-US" sz="1000" noProof="0" dirty="0" err="1">
                <a:solidFill>
                  <a:schemeClr val="tx2"/>
                </a:solidFill>
              </a:rPr>
              <a:t>så</a:t>
            </a:r>
            <a:r>
              <a:rPr lang="en-US" sz="1000" noProof="0" dirty="0">
                <a:solidFill>
                  <a:schemeClr val="tx2"/>
                </a:solidFill>
              </a:rPr>
              <a:t> </a:t>
            </a:r>
            <a:r>
              <a:rPr lang="en-US" sz="1000" noProof="0" dirty="0" err="1">
                <a:solidFill>
                  <a:schemeClr val="tx2"/>
                </a:solidFill>
              </a:rPr>
              <a:t>använd</a:t>
            </a:r>
            <a:r>
              <a:rPr lang="en-US" sz="1000" noProof="0" dirty="0">
                <a:solidFill>
                  <a:schemeClr val="tx2"/>
                </a:solidFill>
              </a:rPr>
              <a:t> dem </a:t>
            </a:r>
            <a:r>
              <a:rPr lang="en-US" sz="1000" noProof="0" dirty="0" err="1">
                <a:solidFill>
                  <a:schemeClr val="tx2"/>
                </a:solidFill>
              </a:rPr>
              <a:t>så</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de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inställda</a:t>
            </a:r>
            <a:r>
              <a:rPr lang="en-US" sz="1000" noProof="0" dirty="0">
                <a:solidFill>
                  <a:schemeClr val="tx2"/>
                </a:solidFill>
              </a:rPr>
              <a:t>.</a:t>
            </a:r>
          </a:p>
        </p:txBody>
      </p:sp>
      <p:sp>
        <p:nvSpPr>
          <p:cNvPr id="13" name="Content Placeholder 5">
            <a:extLst>
              <a:ext uri="{FF2B5EF4-FFF2-40B4-BE49-F238E27FC236}">
                <a16:creationId xmlns:a16="http://schemas.microsoft.com/office/drawing/2014/main" id="{0D231CFD-3F3E-FD9F-A1FB-03595A9A805F}"/>
              </a:ext>
            </a:extLst>
          </p:cNvPr>
          <p:cNvSpPr txBox="1">
            <a:spLocks/>
          </p:cNvSpPr>
          <p:nvPr/>
        </p:nvSpPr>
        <p:spPr>
          <a:xfrm>
            <a:off x="630712" y="2063000"/>
            <a:ext cx="2396155" cy="1542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460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1371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1828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noProof="0" dirty="0" err="1">
                <a:solidFill>
                  <a:schemeClr val="tx2"/>
                </a:solidFill>
              </a:rPr>
              <a:t>Punktlista</a:t>
            </a:r>
            <a:r>
              <a:rPr lang="en-US" sz="2000" noProof="0" dirty="0">
                <a:solidFill>
                  <a:schemeClr val="tx2"/>
                </a:solidFill>
              </a:rPr>
              <a:t> </a:t>
            </a:r>
            <a:r>
              <a:rPr lang="en-US" sz="2000" noProof="0" dirty="0" err="1">
                <a:solidFill>
                  <a:schemeClr val="tx2"/>
                </a:solidFill>
              </a:rPr>
              <a:t>nivå</a:t>
            </a:r>
            <a:r>
              <a:rPr lang="en-US" sz="2000" noProof="0" dirty="0">
                <a:solidFill>
                  <a:schemeClr val="tx2"/>
                </a:solidFill>
              </a:rPr>
              <a:t> 1</a:t>
            </a:r>
          </a:p>
          <a:p>
            <a:pPr lvl="1"/>
            <a:r>
              <a:rPr lang="en-US" sz="1800" noProof="0" dirty="0" err="1">
                <a:solidFill>
                  <a:schemeClr val="tx2"/>
                </a:solidFill>
              </a:rPr>
              <a:t>Punktlista</a:t>
            </a:r>
            <a:r>
              <a:rPr lang="en-US" sz="1800" noProof="0" dirty="0">
                <a:solidFill>
                  <a:schemeClr val="tx2"/>
                </a:solidFill>
              </a:rPr>
              <a:t> </a:t>
            </a:r>
            <a:r>
              <a:rPr lang="en-US" sz="1800" noProof="0" dirty="0" err="1">
                <a:solidFill>
                  <a:schemeClr val="tx2"/>
                </a:solidFill>
              </a:rPr>
              <a:t>nivå</a:t>
            </a:r>
            <a:r>
              <a:rPr lang="en-US" sz="1800" noProof="0" dirty="0">
                <a:solidFill>
                  <a:schemeClr val="tx2"/>
                </a:solidFill>
              </a:rPr>
              <a:t> 2</a:t>
            </a:r>
          </a:p>
          <a:p>
            <a:pPr lvl="2"/>
            <a:r>
              <a:rPr lang="en-US" sz="1600" noProof="0" dirty="0" err="1">
                <a:solidFill>
                  <a:schemeClr val="tx2"/>
                </a:solidFill>
              </a:rPr>
              <a:t>Punktlista</a:t>
            </a:r>
            <a:r>
              <a:rPr lang="en-US" sz="1600" noProof="0" dirty="0">
                <a:solidFill>
                  <a:schemeClr val="tx2"/>
                </a:solidFill>
              </a:rPr>
              <a:t> </a:t>
            </a:r>
            <a:r>
              <a:rPr lang="en-US" sz="1600" noProof="0" dirty="0" err="1">
                <a:solidFill>
                  <a:schemeClr val="tx2"/>
                </a:solidFill>
              </a:rPr>
              <a:t>nivå</a:t>
            </a:r>
            <a:r>
              <a:rPr lang="en-US" sz="1600" noProof="0" dirty="0">
                <a:solidFill>
                  <a:schemeClr val="tx2"/>
                </a:solidFill>
              </a:rPr>
              <a:t> 3</a:t>
            </a:r>
          </a:p>
          <a:p>
            <a:pPr lvl="3"/>
            <a:r>
              <a:rPr lang="en-US" sz="1400" noProof="0" dirty="0" err="1">
                <a:solidFill>
                  <a:schemeClr val="tx2"/>
                </a:solidFill>
              </a:rPr>
              <a:t>Punktlista</a:t>
            </a:r>
            <a:r>
              <a:rPr lang="en-US" sz="1400" noProof="0" dirty="0">
                <a:solidFill>
                  <a:schemeClr val="tx2"/>
                </a:solidFill>
              </a:rPr>
              <a:t> </a:t>
            </a:r>
            <a:r>
              <a:rPr lang="en-US" sz="1400" noProof="0" dirty="0" err="1">
                <a:solidFill>
                  <a:schemeClr val="tx2"/>
                </a:solidFill>
              </a:rPr>
              <a:t>nivå</a:t>
            </a:r>
            <a:r>
              <a:rPr lang="en-US" sz="1400" noProof="0" dirty="0">
                <a:solidFill>
                  <a:schemeClr val="tx2"/>
                </a:solidFill>
              </a:rPr>
              <a:t> 4</a:t>
            </a:r>
          </a:p>
        </p:txBody>
      </p:sp>
      <p:grpSp>
        <p:nvGrpSpPr>
          <p:cNvPr id="6" name="Grupp 5">
            <a:extLst>
              <a:ext uri="{FF2B5EF4-FFF2-40B4-BE49-F238E27FC236}">
                <a16:creationId xmlns:a16="http://schemas.microsoft.com/office/drawing/2014/main" id="{5B0702D8-CFAB-30E1-8183-335177685EA8}"/>
              </a:ext>
            </a:extLst>
          </p:cNvPr>
          <p:cNvGrpSpPr/>
          <p:nvPr/>
        </p:nvGrpSpPr>
        <p:grpSpPr>
          <a:xfrm>
            <a:off x="619760" y="3738354"/>
            <a:ext cx="3368043" cy="2246521"/>
            <a:chOff x="122093" y="3726341"/>
            <a:chExt cx="3368043" cy="2246521"/>
          </a:xfrm>
        </p:grpSpPr>
        <p:sp>
          <p:nvSpPr>
            <p:cNvPr id="16" name="textruta 15">
              <a:extLst>
                <a:ext uri="{FF2B5EF4-FFF2-40B4-BE49-F238E27FC236}">
                  <a16:creationId xmlns:a16="http://schemas.microsoft.com/office/drawing/2014/main" id="{A8C976F1-AF2A-6675-60B4-15DE62C50980}"/>
                </a:ext>
              </a:extLst>
            </p:cNvPr>
            <p:cNvSpPr txBox="1"/>
            <p:nvPr/>
          </p:nvSpPr>
          <p:spPr>
            <a:xfrm>
              <a:off x="1337292" y="3750971"/>
              <a:ext cx="959972" cy="494643"/>
            </a:xfrm>
            <a:prstGeom prst="rect">
              <a:avLst/>
            </a:prstGeom>
            <a:noFill/>
          </p:spPr>
          <p:txBody>
            <a:bodyPr wrap="square" lIns="0" tIns="0" rIns="0" bIns="32659" rtlCol="0">
              <a:spAutoFit/>
            </a:bodyPr>
            <a:lstStyle/>
            <a:p>
              <a:r>
                <a:rPr lang="en-US" sz="1000" noProof="0" dirty="0" err="1"/>
                <a:t>Välj</a:t>
              </a:r>
              <a:r>
                <a:rPr lang="en-US" sz="1000" noProof="0" dirty="0"/>
                <a:t> </a:t>
              </a:r>
              <a:r>
                <a:rPr lang="en-US" sz="1000" noProof="0" dirty="0" err="1"/>
                <a:t>istället</a:t>
              </a:r>
              <a:r>
                <a:rPr lang="en-US" sz="1000" noProof="0" dirty="0"/>
                <a:t> </a:t>
              </a:r>
              <a:r>
                <a:rPr lang="en-US" sz="1000" noProof="0" dirty="0" err="1"/>
                <a:t>en</a:t>
              </a:r>
              <a:r>
                <a:rPr lang="en-US" sz="1000" noProof="0" dirty="0"/>
                <a:t> layout </a:t>
              </a:r>
              <a:r>
                <a:rPr lang="en-US" sz="1000" noProof="0" dirty="0" err="1"/>
                <a:t>som</a:t>
              </a:r>
              <a:r>
                <a:rPr lang="en-US" sz="1000" noProof="0" dirty="0"/>
                <a:t> </a:t>
              </a:r>
              <a:r>
                <a:rPr lang="en-US" sz="1000" noProof="0" dirty="0" err="1"/>
                <a:t>har</a:t>
              </a:r>
              <a:r>
                <a:rPr lang="en-US" sz="1000" noProof="0" dirty="0"/>
                <a:t> </a:t>
              </a:r>
              <a:br>
                <a:rPr lang="en-US" sz="1000" noProof="0" dirty="0"/>
              </a:br>
              <a:r>
                <a:rPr lang="en-US" sz="1000" noProof="0" dirty="0" err="1"/>
                <a:t>en</a:t>
              </a:r>
              <a:r>
                <a:rPr lang="en-US" sz="1000" noProof="0" dirty="0"/>
                <a:t> </a:t>
              </a:r>
              <a:r>
                <a:rPr lang="en-US" sz="1000" noProof="0" dirty="0" err="1"/>
                <a:t>punktlista</a:t>
              </a:r>
              <a:r>
                <a:rPr lang="en-US" sz="1000" noProof="0" dirty="0"/>
                <a:t>.</a:t>
              </a:r>
              <a:endParaRPr lang="en-US" sz="1000" b="1" noProof="0" dirty="0"/>
            </a:p>
          </p:txBody>
        </p:sp>
        <p:pic>
          <p:nvPicPr>
            <p:cNvPr id="17" name="Bildobjekt 16">
              <a:extLst>
                <a:ext uri="{FF2B5EF4-FFF2-40B4-BE49-F238E27FC236}">
                  <a16:creationId xmlns:a16="http://schemas.microsoft.com/office/drawing/2014/main" id="{8A0873FA-EE94-983F-3F19-AF74C5FFE21C}"/>
                </a:ext>
              </a:extLst>
            </p:cNvPr>
            <p:cNvPicPr>
              <a:picLocks noChangeAspect="1"/>
            </p:cNvPicPr>
            <p:nvPr/>
          </p:nvPicPr>
          <p:blipFill>
            <a:blip r:embed="rId3">
              <a:alphaModFix/>
            </a:blip>
            <a:srcRect/>
            <a:stretch/>
          </p:blipFill>
          <p:spPr>
            <a:xfrm>
              <a:off x="513851" y="4764894"/>
              <a:ext cx="2854224" cy="1207968"/>
            </a:xfrm>
            <a:prstGeom prst="rect">
              <a:avLst/>
            </a:prstGeom>
            <a:ln>
              <a:solidFill>
                <a:schemeClr val="tx1">
                  <a:lumMod val="50000"/>
                  <a:lumOff val="50000"/>
                  <a:alpha val="41000"/>
                </a:schemeClr>
              </a:solidFill>
            </a:ln>
          </p:spPr>
        </p:pic>
        <p:sp>
          <p:nvSpPr>
            <p:cNvPr id="18" name="Oval 14">
              <a:extLst>
                <a:ext uri="{FF2B5EF4-FFF2-40B4-BE49-F238E27FC236}">
                  <a16:creationId xmlns:a16="http://schemas.microsoft.com/office/drawing/2014/main" id="{C26AD714-1909-7EA4-D510-31E9FA76836E}"/>
                </a:ext>
              </a:extLst>
            </p:cNvPr>
            <p:cNvSpPr/>
            <p:nvPr/>
          </p:nvSpPr>
          <p:spPr>
            <a:xfrm>
              <a:off x="122093" y="3726341"/>
              <a:ext cx="948029" cy="9480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err="1">
                  <a:solidFill>
                    <a:schemeClr val="tx1"/>
                  </a:solidFill>
                </a:rPr>
                <a:t>Undvik</a:t>
              </a:r>
              <a:r>
                <a:rPr lang="en-US" sz="800" noProof="0" dirty="0">
                  <a:solidFill>
                    <a:schemeClr val="tx1"/>
                  </a:solidFill>
                </a:rPr>
                <a:t> </a:t>
              </a:r>
              <a:r>
                <a:rPr lang="en-US" sz="800" noProof="0" dirty="0" err="1">
                  <a:solidFill>
                    <a:schemeClr val="tx1"/>
                  </a:solidFill>
                </a:rPr>
                <a:t>att</a:t>
              </a:r>
              <a:r>
                <a:rPr lang="en-US" sz="800" noProof="0" dirty="0">
                  <a:solidFill>
                    <a:schemeClr val="tx1"/>
                  </a:solidFill>
                </a:rPr>
                <a:t> </a:t>
              </a:r>
              <a:r>
                <a:rPr lang="en-US" sz="800" noProof="0" dirty="0" err="1">
                  <a:solidFill>
                    <a:schemeClr val="tx1"/>
                  </a:solidFill>
                </a:rPr>
                <a:t>använda</a:t>
              </a:r>
              <a:r>
                <a:rPr lang="en-US" sz="800" b="1" noProof="0" dirty="0">
                  <a:solidFill>
                    <a:schemeClr val="tx1"/>
                  </a:solidFill>
                </a:rPr>
                <a:t> </a:t>
              </a:r>
              <a:r>
                <a:rPr lang="en-US" sz="800" noProof="0" dirty="0">
                  <a:solidFill>
                    <a:schemeClr val="tx1"/>
                  </a:solidFill>
                </a:rPr>
                <a:t>dessa </a:t>
              </a:r>
              <a:r>
                <a:rPr lang="en-US" sz="800" noProof="0" dirty="0" err="1">
                  <a:solidFill>
                    <a:schemeClr val="tx1"/>
                  </a:solidFill>
                </a:rPr>
                <a:t>knappar</a:t>
              </a:r>
              <a:r>
                <a:rPr lang="en-US" sz="800" noProof="0" dirty="0">
                  <a:solidFill>
                    <a:schemeClr val="tx1"/>
                  </a:solidFill>
                </a:rPr>
                <a:t> </a:t>
              </a:r>
              <a:r>
                <a:rPr lang="en-US" sz="800" noProof="0" dirty="0" err="1">
                  <a:solidFill>
                    <a:schemeClr val="tx1"/>
                  </a:solidFill>
                </a:rPr>
                <a:t>i</a:t>
              </a:r>
              <a:r>
                <a:rPr lang="en-US" sz="800" noProof="0" dirty="0">
                  <a:solidFill>
                    <a:schemeClr val="tx1"/>
                  </a:solidFill>
                </a:rPr>
                <a:t> </a:t>
              </a:r>
              <a:r>
                <a:rPr lang="en-US" sz="800" noProof="0" dirty="0" err="1">
                  <a:solidFill>
                    <a:schemeClr val="tx1"/>
                  </a:solidFill>
                </a:rPr>
                <a:t>menyn</a:t>
              </a:r>
              <a:endParaRPr lang="en-US" sz="800" b="1" noProof="0" dirty="0">
                <a:solidFill>
                  <a:schemeClr val="tx1"/>
                </a:solidFill>
              </a:endParaRPr>
            </a:p>
          </p:txBody>
        </p:sp>
        <p:sp>
          <p:nvSpPr>
            <p:cNvPr id="19" name="Arc 15">
              <a:extLst>
                <a:ext uri="{FF2B5EF4-FFF2-40B4-BE49-F238E27FC236}">
                  <a16:creationId xmlns:a16="http://schemas.microsoft.com/office/drawing/2014/main" id="{9FE85C70-B656-40A5-2002-335A7536FDD2}"/>
                </a:ext>
              </a:extLst>
            </p:cNvPr>
            <p:cNvSpPr/>
            <p:nvPr/>
          </p:nvSpPr>
          <p:spPr>
            <a:xfrm>
              <a:off x="480909" y="4119365"/>
              <a:ext cx="788916" cy="831200"/>
            </a:xfrm>
            <a:prstGeom prst="arc">
              <a:avLst>
                <a:gd name="adj1" fmla="val 18286845"/>
                <a:gd name="adj2" fmla="val 1684595"/>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0" name="Arc 17">
              <a:extLst>
                <a:ext uri="{FF2B5EF4-FFF2-40B4-BE49-F238E27FC236}">
                  <a16:creationId xmlns:a16="http://schemas.microsoft.com/office/drawing/2014/main" id="{78C3C93D-C2B9-2C5D-1AC4-323950C5292E}"/>
                </a:ext>
              </a:extLst>
            </p:cNvPr>
            <p:cNvSpPr/>
            <p:nvPr/>
          </p:nvSpPr>
          <p:spPr>
            <a:xfrm flipH="1">
              <a:off x="225254" y="4384854"/>
              <a:ext cx="720452" cy="678800"/>
            </a:xfrm>
            <a:prstGeom prst="arc">
              <a:avLst>
                <a:gd name="adj1" fmla="val 20244607"/>
                <a:gd name="adj2" fmla="val 3539102"/>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1" name="Oval 18">
              <a:extLst>
                <a:ext uri="{FF2B5EF4-FFF2-40B4-BE49-F238E27FC236}">
                  <a16:creationId xmlns:a16="http://schemas.microsoft.com/office/drawing/2014/main" id="{109AF540-87D1-866C-80C7-9403CF50FCE2}"/>
                </a:ext>
              </a:extLst>
            </p:cNvPr>
            <p:cNvSpPr/>
            <p:nvPr/>
          </p:nvSpPr>
          <p:spPr>
            <a:xfrm>
              <a:off x="2153309" y="3763652"/>
              <a:ext cx="1336827" cy="1336827"/>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noProof="0" dirty="0" err="1">
                  <a:solidFill>
                    <a:schemeClr val="tx1"/>
                  </a:solidFill>
                </a:rPr>
                <a:t>När</a:t>
              </a:r>
              <a:r>
                <a:rPr lang="en-US" sz="800" noProof="0" dirty="0">
                  <a:solidFill>
                    <a:schemeClr val="tx1"/>
                  </a:solidFill>
                </a:rPr>
                <a:t> du </a:t>
              </a:r>
              <a:r>
                <a:rPr lang="en-US" sz="800" noProof="0" dirty="0" err="1">
                  <a:solidFill>
                    <a:schemeClr val="tx1"/>
                  </a:solidFill>
                </a:rPr>
                <a:t>vill</a:t>
              </a:r>
              <a:r>
                <a:rPr lang="en-US" sz="800" noProof="0" dirty="0">
                  <a:solidFill>
                    <a:schemeClr val="tx1"/>
                  </a:solidFill>
                </a:rPr>
                <a:t> </a:t>
              </a:r>
              <a:r>
                <a:rPr lang="en-US" sz="800" noProof="0" dirty="0" err="1">
                  <a:solidFill>
                    <a:schemeClr val="tx1"/>
                  </a:solidFill>
                </a:rPr>
                <a:t>gå</a:t>
              </a:r>
              <a:r>
                <a:rPr lang="en-US" sz="800" noProof="0" dirty="0">
                  <a:solidFill>
                    <a:schemeClr val="tx1"/>
                  </a:solidFill>
                </a:rPr>
                <a:t> </a:t>
              </a:r>
              <a:r>
                <a:rPr lang="en-US" sz="800" noProof="0" dirty="0" err="1">
                  <a:solidFill>
                    <a:schemeClr val="tx1"/>
                  </a:solidFill>
                </a:rPr>
                <a:t>upp</a:t>
              </a:r>
              <a:r>
                <a:rPr lang="en-US" sz="800" noProof="0" dirty="0">
                  <a:solidFill>
                    <a:schemeClr val="tx1"/>
                  </a:solidFill>
                </a:rPr>
                <a:t> </a:t>
              </a:r>
              <a:r>
                <a:rPr lang="en-US" sz="800" noProof="0" dirty="0" err="1">
                  <a:solidFill>
                    <a:schemeClr val="tx1"/>
                  </a:solidFill>
                </a:rPr>
                <a:t>eller</a:t>
              </a:r>
              <a:br>
                <a:rPr lang="en-US" sz="800" noProof="0" dirty="0">
                  <a:solidFill>
                    <a:schemeClr val="tx1"/>
                  </a:solidFill>
                </a:rPr>
              </a:br>
              <a:r>
                <a:rPr lang="en-US" sz="800" noProof="0" dirty="0">
                  <a:solidFill>
                    <a:schemeClr val="tx1"/>
                  </a:solidFill>
                </a:rPr>
                <a:t> </a:t>
              </a:r>
              <a:r>
                <a:rPr lang="en-US" sz="800" noProof="0" dirty="0" err="1">
                  <a:solidFill>
                    <a:schemeClr val="tx1"/>
                  </a:solidFill>
                </a:rPr>
                <a:t>ned</a:t>
              </a:r>
              <a:r>
                <a:rPr lang="en-US" sz="800" noProof="0" dirty="0">
                  <a:solidFill>
                    <a:schemeClr val="tx1"/>
                  </a:solidFill>
                </a:rPr>
                <a:t> </a:t>
              </a:r>
              <a:r>
                <a:rPr lang="en-US" sz="800" noProof="0" dirty="0" err="1">
                  <a:solidFill>
                    <a:schemeClr val="tx1"/>
                  </a:solidFill>
                </a:rPr>
                <a:t>en</a:t>
              </a:r>
              <a:r>
                <a:rPr lang="en-US" sz="800" noProof="0" dirty="0">
                  <a:solidFill>
                    <a:schemeClr val="tx1"/>
                  </a:solidFill>
                </a:rPr>
                <a:t> </a:t>
              </a:r>
              <a:r>
                <a:rPr lang="en-US" sz="800" noProof="0" dirty="0" err="1">
                  <a:solidFill>
                    <a:schemeClr val="tx1"/>
                  </a:solidFill>
                </a:rPr>
                <a:t>nivå</a:t>
              </a:r>
              <a:r>
                <a:rPr lang="en-US" sz="800" noProof="0" dirty="0">
                  <a:solidFill>
                    <a:schemeClr val="tx1"/>
                  </a:solidFill>
                </a:rPr>
                <a:t> </a:t>
              </a:r>
              <a:r>
                <a:rPr lang="en-US" sz="800" noProof="0" dirty="0" err="1">
                  <a:solidFill>
                    <a:schemeClr val="tx1"/>
                  </a:solidFill>
                </a:rPr>
                <a:t>i</a:t>
              </a:r>
              <a:r>
                <a:rPr lang="en-US" sz="800" noProof="0" dirty="0">
                  <a:solidFill>
                    <a:schemeClr val="tx1"/>
                  </a:solidFill>
                </a:rPr>
                <a:t> </a:t>
              </a:r>
              <a:r>
                <a:rPr lang="en-US" sz="800" noProof="0" dirty="0" err="1">
                  <a:solidFill>
                    <a:schemeClr val="tx1"/>
                  </a:solidFill>
                </a:rPr>
                <a:t>en</a:t>
              </a:r>
              <a:r>
                <a:rPr lang="en-US" sz="800" noProof="0" dirty="0">
                  <a:solidFill>
                    <a:schemeClr val="tx1"/>
                  </a:solidFill>
                </a:rPr>
                <a:t> </a:t>
              </a:r>
              <a:r>
                <a:rPr lang="en-US" sz="800" noProof="0" dirty="0" err="1">
                  <a:solidFill>
                    <a:schemeClr val="tx1"/>
                  </a:solidFill>
                </a:rPr>
                <a:t>punktlista</a:t>
              </a:r>
              <a:r>
                <a:rPr lang="en-US" sz="800" noProof="0" dirty="0">
                  <a:solidFill>
                    <a:schemeClr val="tx1"/>
                  </a:solidFill>
                </a:rPr>
                <a:t> </a:t>
              </a:r>
              <a:r>
                <a:rPr lang="en-US" sz="800" noProof="0" dirty="0" err="1">
                  <a:solidFill>
                    <a:schemeClr val="tx1"/>
                  </a:solidFill>
                </a:rPr>
                <a:t>använder</a:t>
              </a:r>
              <a:r>
                <a:rPr lang="en-US" sz="800" noProof="0" dirty="0">
                  <a:solidFill>
                    <a:schemeClr val="tx1"/>
                  </a:solidFill>
                </a:rPr>
                <a:t> du </a:t>
              </a:r>
              <a:r>
                <a:rPr lang="en-US" sz="800" i="1" noProof="0" dirty="0" err="1">
                  <a:solidFill>
                    <a:schemeClr val="tx1"/>
                  </a:solidFill>
                </a:rPr>
                <a:t>Öka</a:t>
              </a:r>
              <a:r>
                <a:rPr lang="en-US" sz="800" i="1" noProof="0" dirty="0">
                  <a:solidFill>
                    <a:schemeClr val="tx1"/>
                  </a:solidFill>
                </a:rPr>
                <a:t>/</a:t>
              </a:r>
              <a:r>
                <a:rPr lang="en-US" sz="800" i="1" noProof="0" dirty="0" err="1">
                  <a:solidFill>
                    <a:schemeClr val="tx1"/>
                  </a:solidFill>
                </a:rPr>
                <a:t>Minska</a:t>
              </a:r>
              <a:r>
                <a:rPr lang="en-US" sz="800" i="1" noProof="0" dirty="0">
                  <a:solidFill>
                    <a:schemeClr val="tx1"/>
                  </a:solidFill>
                </a:rPr>
                <a:t> </a:t>
              </a:r>
              <a:r>
                <a:rPr lang="en-US" sz="800" i="1" noProof="0" dirty="0" err="1">
                  <a:solidFill>
                    <a:schemeClr val="tx1"/>
                  </a:solidFill>
                </a:rPr>
                <a:t>indrag</a:t>
              </a:r>
              <a:r>
                <a:rPr lang="en-US" sz="800" noProof="0" dirty="0">
                  <a:solidFill>
                    <a:schemeClr val="tx1"/>
                  </a:solidFill>
                </a:rPr>
                <a:t>. Dessa </a:t>
              </a:r>
              <a:r>
                <a:rPr lang="en-US" sz="800" noProof="0" dirty="0" err="1">
                  <a:solidFill>
                    <a:schemeClr val="tx1"/>
                  </a:solidFill>
                </a:rPr>
                <a:t>hittar</a:t>
              </a:r>
              <a:r>
                <a:rPr lang="en-US" sz="800" noProof="0" dirty="0">
                  <a:solidFill>
                    <a:schemeClr val="tx1"/>
                  </a:solidFill>
                </a:rPr>
                <a:t> </a:t>
              </a:r>
            </a:p>
            <a:p>
              <a:pPr algn="ctr"/>
              <a:r>
                <a:rPr lang="en-US" sz="800" noProof="0" dirty="0">
                  <a:solidFill>
                    <a:schemeClr val="tx1"/>
                  </a:solidFill>
                </a:rPr>
                <a:t>du </a:t>
              </a:r>
              <a:r>
                <a:rPr lang="en-US" sz="800" noProof="0" dirty="0" err="1">
                  <a:solidFill>
                    <a:schemeClr val="tx1"/>
                  </a:solidFill>
                </a:rPr>
                <a:t>här</a:t>
              </a:r>
              <a:endParaRPr lang="en-US" sz="800" noProof="0" dirty="0">
                <a:solidFill>
                  <a:schemeClr val="tx1"/>
                </a:solidFill>
              </a:endParaRPr>
            </a:p>
          </p:txBody>
        </p:sp>
        <p:sp>
          <p:nvSpPr>
            <p:cNvPr id="23" name="Arc 23">
              <a:extLst>
                <a:ext uri="{FF2B5EF4-FFF2-40B4-BE49-F238E27FC236}">
                  <a16:creationId xmlns:a16="http://schemas.microsoft.com/office/drawing/2014/main" id="{22E5A68B-6D0F-339F-9B6D-A3DDBD04BAAB}"/>
                </a:ext>
              </a:extLst>
            </p:cNvPr>
            <p:cNvSpPr/>
            <p:nvPr/>
          </p:nvSpPr>
          <p:spPr>
            <a:xfrm>
              <a:off x="1912229" y="4583588"/>
              <a:ext cx="601430" cy="480066"/>
            </a:xfrm>
            <a:prstGeom prst="arc">
              <a:avLst>
                <a:gd name="adj1" fmla="val 11684961"/>
                <a:gd name="adj2" fmla="val 14656568"/>
              </a:avLst>
            </a:prstGeom>
            <a:ln>
              <a:solidFill>
                <a:schemeClr val="tx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sp>
        <p:nvSpPr>
          <p:cNvPr id="24" name="textruta 8">
            <a:extLst>
              <a:ext uri="{FF2B5EF4-FFF2-40B4-BE49-F238E27FC236}">
                <a16:creationId xmlns:a16="http://schemas.microsoft.com/office/drawing/2014/main" id="{EE4B38F9-4F59-DB5D-3972-4F2CE4AAC9CA}"/>
              </a:ext>
            </a:extLst>
          </p:cNvPr>
          <p:cNvSpPr txBox="1"/>
          <p:nvPr/>
        </p:nvSpPr>
        <p:spPr>
          <a:xfrm>
            <a:off x="4763819" y="1868387"/>
            <a:ext cx="2860063" cy="751123"/>
          </a:xfrm>
          <a:prstGeom prst="rect">
            <a:avLst/>
          </a:prstGeom>
          <a:noFill/>
        </p:spPr>
        <p:txBody>
          <a:bodyPr wrap="square" lIns="0" tIns="0" rIns="0" bIns="32659" rtlCol="0">
            <a:spAutoFit/>
          </a:bodyPr>
          <a:lstStyle/>
          <a:p>
            <a:pPr marL="171450" indent="-171450">
              <a:spcBef>
                <a:spcPts val="200"/>
              </a:spcBef>
              <a:spcAft>
                <a:spcPts val="200"/>
              </a:spcAft>
              <a:buFont typeface="Calibri" panose="020F0502020204030204" pitchFamily="34" charset="0"/>
              <a:buChar char="→"/>
            </a:pPr>
            <a:r>
              <a:rPr lang="en-US" sz="1000" noProof="0" dirty="0" err="1">
                <a:solidFill>
                  <a:schemeClr val="tx2"/>
                </a:solidFill>
              </a:rPr>
              <a:t>Ställ</a:t>
            </a:r>
            <a:r>
              <a:rPr lang="en-US" sz="1000" noProof="0" dirty="0">
                <a:solidFill>
                  <a:schemeClr val="tx2"/>
                </a:solidFill>
              </a:rPr>
              <a:t> dig </a:t>
            </a:r>
            <a:r>
              <a:rPr lang="en-US" sz="1000" noProof="0" dirty="0" err="1">
                <a:solidFill>
                  <a:schemeClr val="tx2"/>
                </a:solidFill>
              </a:rPr>
              <a:t>på</a:t>
            </a:r>
            <a:r>
              <a:rPr lang="en-US" sz="1000" noProof="0" dirty="0">
                <a:solidFill>
                  <a:schemeClr val="tx2"/>
                </a:solidFill>
              </a:rPr>
              <a:t> den </a:t>
            </a:r>
            <a:r>
              <a:rPr lang="en-US" sz="1000" noProof="0" dirty="0" err="1">
                <a:solidFill>
                  <a:schemeClr val="tx2"/>
                </a:solidFill>
              </a:rPr>
              <a:t>sida</a:t>
            </a:r>
            <a:r>
              <a:rPr lang="en-US" sz="1000" noProof="0" dirty="0">
                <a:solidFill>
                  <a:schemeClr val="tx2"/>
                </a:solidFill>
              </a:rPr>
              <a:t> du </a:t>
            </a:r>
            <a:r>
              <a:rPr lang="en-US" sz="1000" noProof="0" dirty="0" err="1">
                <a:solidFill>
                  <a:schemeClr val="tx2"/>
                </a:solidFill>
              </a:rPr>
              <a:t>vill</a:t>
            </a:r>
            <a:r>
              <a:rPr lang="en-US" sz="1000" noProof="0" dirty="0">
                <a:solidFill>
                  <a:schemeClr val="tx2"/>
                </a:solidFill>
              </a:rPr>
              <a:t> </a:t>
            </a:r>
            <a:r>
              <a:rPr lang="en-US" sz="1000" noProof="0" dirty="0" err="1">
                <a:solidFill>
                  <a:schemeClr val="tx2"/>
                </a:solidFill>
              </a:rPr>
              <a:t>redigera</a:t>
            </a:r>
            <a:r>
              <a:rPr lang="en-US" sz="1000" noProof="0" dirty="0">
                <a:solidFill>
                  <a:schemeClr val="tx2"/>
                </a:solidFill>
              </a:rPr>
              <a:t>.</a:t>
            </a:r>
          </a:p>
          <a:p>
            <a:pPr marL="171450" indent="-171450">
              <a:spcBef>
                <a:spcPts val="200"/>
              </a:spcBef>
              <a:spcAft>
                <a:spcPts val="200"/>
              </a:spcAft>
              <a:buFont typeface="Calibri" panose="020F0502020204030204" pitchFamily="34" charset="0"/>
              <a:buChar char="→"/>
            </a:pPr>
            <a:r>
              <a:rPr lang="en-US" sz="1000" noProof="0" dirty="0">
                <a:solidFill>
                  <a:schemeClr val="tx2"/>
                </a:solidFill>
              </a:rPr>
              <a:t>Högerklicka och </a:t>
            </a:r>
            <a:r>
              <a:rPr lang="en-US" sz="1000" noProof="0" dirty="0" err="1">
                <a:solidFill>
                  <a:schemeClr val="tx2"/>
                </a:solidFill>
              </a:rPr>
              <a:t>välj</a:t>
            </a:r>
            <a:r>
              <a:rPr lang="en-US" sz="1000" noProof="0" dirty="0">
                <a:solidFill>
                  <a:schemeClr val="tx2"/>
                </a:solidFill>
              </a:rPr>
              <a:t> </a:t>
            </a:r>
            <a:r>
              <a:rPr lang="en-US" sz="1000" i="1" noProof="0" dirty="0" err="1">
                <a:solidFill>
                  <a:schemeClr val="tx2"/>
                </a:solidFill>
              </a:rPr>
              <a:t>Formatera</a:t>
            </a:r>
            <a:r>
              <a:rPr lang="en-US" sz="1000" i="1" noProof="0" dirty="0">
                <a:solidFill>
                  <a:schemeClr val="tx2"/>
                </a:solidFill>
              </a:rPr>
              <a:t> </a:t>
            </a:r>
            <a:r>
              <a:rPr lang="en-US" sz="1000" i="1" noProof="0" dirty="0" err="1">
                <a:solidFill>
                  <a:schemeClr val="tx2"/>
                </a:solidFill>
              </a:rPr>
              <a:t>bakgrund</a:t>
            </a:r>
            <a:r>
              <a:rPr lang="en-US" sz="1000" i="1" noProof="0" dirty="0">
                <a:solidFill>
                  <a:schemeClr val="tx2"/>
                </a:solidFill>
              </a:rPr>
              <a:t> </a:t>
            </a:r>
          </a:p>
          <a:p>
            <a:pPr marL="171450" indent="-171450">
              <a:spcBef>
                <a:spcPts val="200"/>
              </a:spcBef>
              <a:spcAft>
                <a:spcPts val="200"/>
              </a:spcAft>
              <a:buFont typeface="Calibri" panose="020F0502020204030204" pitchFamily="34" charset="0"/>
              <a:buChar char="→"/>
            </a:pPr>
            <a:r>
              <a:rPr lang="en-US" sz="1000" noProof="0" dirty="0">
                <a:solidFill>
                  <a:schemeClr val="tx2"/>
                </a:solidFill>
              </a:rPr>
              <a:t>Nu </a:t>
            </a:r>
            <a:r>
              <a:rPr lang="en-US" sz="1000" noProof="0" dirty="0" err="1">
                <a:solidFill>
                  <a:schemeClr val="tx2"/>
                </a:solidFill>
              </a:rPr>
              <a:t>visar</a:t>
            </a:r>
            <a:r>
              <a:rPr lang="en-US" sz="1000" noProof="0" dirty="0">
                <a:solidFill>
                  <a:schemeClr val="tx2"/>
                </a:solidFill>
              </a:rPr>
              <a:t> sig Panelen </a:t>
            </a:r>
            <a:r>
              <a:rPr lang="en-US" sz="1000" i="1" noProof="0" dirty="0">
                <a:solidFill>
                  <a:schemeClr val="tx2"/>
                </a:solidFill>
              </a:rPr>
              <a:t>Formatera </a:t>
            </a:r>
            <a:r>
              <a:rPr lang="en-US" sz="1000" i="1" noProof="0" dirty="0" err="1">
                <a:solidFill>
                  <a:schemeClr val="tx2"/>
                </a:solidFill>
              </a:rPr>
              <a:t>bakgrund</a:t>
            </a:r>
            <a:r>
              <a:rPr lang="en-US" sz="1000" i="1" noProof="0" dirty="0">
                <a:solidFill>
                  <a:schemeClr val="tx2"/>
                </a:solidFill>
              </a:rPr>
              <a:t>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skärmens</a:t>
            </a:r>
            <a:r>
              <a:rPr lang="en-US" sz="1000" noProof="0" dirty="0">
                <a:solidFill>
                  <a:schemeClr val="tx2"/>
                </a:solidFill>
              </a:rPr>
              <a:t> </a:t>
            </a:r>
            <a:r>
              <a:rPr lang="en-US" sz="1000" noProof="0" dirty="0" err="1">
                <a:solidFill>
                  <a:schemeClr val="tx2"/>
                </a:solidFill>
              </a:rPr>
              <a:t>högra</a:t>
            </a:r>
            <a:r>
              <a:rPr lang="en-US" sz="1000" noProof="0" dirty="0">
                <a:solidFill>
                  <a:schemeClr val="tx2"/>
                </a:solidFill>
              </a:rPr>
              <a:t> </a:t>
            </a:r>
            <a:r>
              <a:rPr lang="en-US" sz="1000" noProof="0" dirty="0" err="1">
                <a:solidFill>
                  <a:schemeClr val="tx2"/>
                </a:solidFill>
              </a:rPr>
              <a:t>sida</a:t>
            </a:r>
            <a:r>
              <a:rPr lang="en-US" sz="1000" noProof="0" dirty="0">
                <a:solidFill>
                  <a:schemeClr val="tx2"/>
                </a:solidFill>
              </a:rPr>
              <a:t>.</a:t>
            </a:r>
          </a:p>
        </p:txBody>
      </p:sp>
      <p:sp>
        <p:nvSpPr>
          <p:cNvPr id="26" name="textruta 8">
            <a:extLst>
              <a:ext uri="{FF2B5EF4-FFF2-40B4-BE49-F238E27FC236}">
                <a16:creationId xmlns:a16="http://schemas.microsoft.com/office/drawing/2014/main" id="{513FBE56-CFD4-D076-053A-5ADF1B6D7C8E}"/>
              </a:ext>
            </a:extLst>
          </p:cNvPr>
          <p:cNvSpPr txBox="1"/>
          <p:nvPr/>
        </p:nvSpPr>
        <p:spPr>
          <a:xfrm>
            <a:off x="4779643" y="1424226"/>
            <a:ext cx="2860063" cy="340754"/>
          </a:xfrm>
          <a:prstGeom prst="rect">
            <a:avLst/>
          </a:prstGeom>
          <a:noFill/>
        </p:spPr>
        <p:txBody>
          <a:bodyPr wrap="square" lIns="0" tIns="0" rIns="0" bIns="32659" rtlCol="0">
            <a:spAutoFit/>
          </a:bodyPr>
          <a:lstStyle/>
          <a:p>
            <a:r>
              <a:rPr lang="en-US" sz="1000" noProof="0" dirty="0">
                <a:solidFill>
                  <a:schemeClr val="tx2"/>
                </a:solidFill>
              </a:rPr>
              <a:t>Ibland </a:t>
            </a:r>
            <a:r>
              <a:rPr lang="en-US" sz="1000" noProof="0" dirty="0" err="1">
                <a:solidFill>
                  <a:schemeClr val="tx2"/>
                </a:solidFill>
              </a:rPr>
              <a:t>kan</a:t>
            </a:r>
            <a:r>
              <a:rPr lang="en-US" sz="1000" noProof="0" dirty="0">
                <a:solidFill>
                  <a:schemeClr val="tx2"/>
                </a:solidFill>
              </a:rPr>
              <a:t> du </a:t>
            </a:r>
            <a:r>
              <a:rPr lang="en-US" sz="1000" noProof="0" dirty="0" err="1">
                <a:solidFill>
                  <a:schemeClr val="tx2"/>
                </a:solidFill>
              </a:rPr>
              <a:t>vilja</a:t>
            </a:r>
            <a:r>
              <a:rPr lang="en-US" sz="1000" noProof="0" dirty="0">
                <a:solidFill>
                  <a:schemeClr val="tx2"/>
                </a:solidFill>
              </a:rPr>
              <a:t> </a:t>
            </a:r>
            <a:r>
              <a:rPr lang="en-US" sz="1000" noProof="0" dirty="0" err="1">
                <a:solidFill>
                  <a:schemeClr val="tx2"/>
                </a:solidFill>
              </a:rPr>
              <a:t>byta</a:t>
            </a:r>
            <a:r>
              <a:rPr lang="en-US" sz="1000" noProof="0" dirty="0">
                <a:solidFill>
                  <a:schemeClr val="tx2"/>
                </a:solidFill>
              </a:rPr>
              <a:t> </a:t>
            </a:r>
            <a:r>
              <a:rPr lang="en-US" sz="1000" noProof="0" dirty="0" err="1">
                <a:solidFill>
                  <a:schemeClr val="tx2"/>
                </a:solidFill>
              </a:rPr>
              <a:t>bilden</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utgör</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hel</a:t>
            </a:r>
            <a:r>
              <a:rPr lang="en-US" sz="1000" noProof="0" dirty="0">
                <a:solidFill>
                  <a:schemeClr val="tx2"/>
                </a:solidFill>
              </a:rPr>
              <a:t> </a:t>
            </a:r>
            <a:r>
              <a:rPr lang="en-US" sz="1000" noProof="0" dirty="0" err="1">
                <a:solidFill>
                  <a:schemeClr val="tx2"/>
                </a:solidFill>
              </a:rPr>
              <a:t>sidas</a:t>
            </a:r>
            <a:r>
              <a:rPr lang="en-US" sz="1000" noProof="0" dirty="0">
                <a:solidFill>
                  <a:schemeClr val="tx2"/>
                </a:solidFill>
              </a:rPr>
              <a:t> </a:t>
            </a:r>
            <a:r>
              <a:rPr lang="en-US" sz="1000" noProof="0" dirty="0" err="1">
                <a:solidFill>
                  <a:schemeClr val="tx2"/>
                </a:solidFill>
              </a:rPr>
              <a:t>bakgrund</a:t>
            </a:r>
            <a:r>
              <a:rPr lang="en-US" sz="1000" noProof="0" dirty="0">
                <a:solidFill>
                  <a:schemeClr val="tx2"/>
                </a:solidFill>
              </a:rPr>
              <a:t>.  Det </a:t>
            </a:r>
            <a:r>
              <a:rPr lang="en-US" sz="1000" noProof="0" dirty="0" err="1">
                <a:solidFill>
                  <a:schemeClr val="tx2"/>
                </a:solidFill>
              </a:rPr>
              <a:t>gör</a:t>
            </a:r>
            <a:r>
              <a:rPr lang="en-US" sz="1000" noProof="0" dirty="0">
                <a:solidFill>
                  <a:schemeClr val="tx2"/>
                </a:solidFill>
              </a:rPr>
              <a:t> du </a:t>
            </a:r>
            <a:r>
              <a:rPr lang="en-US" sz="1000" noProof="0" dirty="0" err="1">
                <a:solidFill>
                  <a:schemeClr val="tx2"/>
                </a:solidFill>
              </a:rPr>
              <a:t>så</a:t>
            </a:r>
            <a:r>
              <a:rPr lang="en-US" sz="1000" noProof="0" dirty="0">
                <a:solidFill>
                  <a:schemeClr val="tx2"/>
                </a:solidFill>
              </a:rPr>
              <a:t> </a:t>
            </a:r>
            <a:r>
              <a:rPr lang="en-US" sz="1000" noProof="0" dirty="0" err="1">
                <a:solidFill>
                  <a:schemeClr val="tx2"/>
                </a:solidFill>
              </a:rPr>
              <a:t>här</a:t>
            </a:r>
            <a:r>
              <a:rPr lang="en-US" sz="1000" noProof="0" dirty="0">
                <a:solidFill>
                  <a:schemeClr val="tx2"/>
                </a:solidFill>
              </a:rPr>
              <a:t>:</a:t>
            </a:r>
          </a:p>
        </p:txBody>
      </p:sp>
      <p:pic>
        <p:nvPicPr>
          <p:cNvPr id="33" name="Bildobjekt 32">
            <a:extLst>
              <a:ext uri="{FF2B5EF4-FFF2-40B4-BE49-F238E27FC236}">
                <a16:creationId xmlns:a16="http://schemas.microsoft.com/office/drawing/2014/main" id="{69E7ABE0-94FB-5685-0526-97921A067499}"/>
              </a:ext>
            </a:extLst>
          </p:cNvPr>
          <p:cNvPicPr>
            <a:picLocks noChangeAspect="1"/>
          </p:cNvPicPr>
          <p:nvPr/>
        </p:nvPicPr>
        <p:blipFill rotWithShape="1">
          <a:blip r:embed="rId4"/>
          <a:srcRect b="46176"/>
          <a:stretch/>
        </p:blipFill>
        <p:spPr>
          <a:xfrm>
            <a:off x="5443416" y="2648901"/>
            <a:ext cx="1854405" cy="2143655"/>
          </a:xfrm>
          <a:prstGeom prst="rect">
            <a:avLst/>
          </a:prstGeom>
          <a:ln>
            <a:solidFill>
              <a:schemeClr val="tx1">
                <a:lumMod val="50000"/>
                <a:lumOff val="50000"/>
              </a:schemeClr>
            </a:solidFill>
          </a:ln>
        </p:spPr>
      </p:pic>
      <p:sp>
        <p:nvSpPr>
          <p:cNvPr id="36" name="textruta 35">
            <a:extLst>
              <a:ext uri="{FF2B5EF4-FFF2-40B4-BE49-F238E27FC236}">
                <a16:creationId xmlns:a16="http://schemas.microsoft.com/office/drawing/2014/main" id="{A7F30A4F-EEFB-F4AC-81BB-A041B556B9D1}"/>
              </a:ext>
            </a:extLst>
          </p:cNvPr>
          <p:cNvSpPr txBox="1"/>
          <p:nvPr/>
        </p:nvSpPr>
        <p:spPr>
          <a:xfrm>
            <a:off x="4800624" y="4911046"/>
            <a:ext cx="2823257" cy="625812"/>
          </a:xfrm>
          <a:prstGeom prst="rect">
            <a:avLst/>
          </a:prstGeom>
          <a:noFill/>
        </p:spPr>
        <p:txBody>
          <a:bodyPr wrap="square" lIns="0" tIns="0" rIns="0" bIns="0" rtlCol="0">
            <a:spAutoFit/>
          </a:bodyPr>
          <a:lstStyle/>
          <a:p>
            <a:pPr marL="171450" indent="-171450">
              <a:spcBef>
                <a:spcPts val="200"/>
              </a:spcBef>
              <a:spcAft>
                <a:spcPts val="200"/>
              </a:spcAft>
              <a:buFont typeface="Calibri" panose="020F0502020204030204" pitchFamily="34" charset="0"/>
              <a:buChar char="→"/>
            </a:pPr>
            <a:r>
              <a:rPr lang="en-US" sz="1050" noProof="0" dirty="0" err="1">
                <a:solidFill>
                  <a:schemeClr val="tx2"/>
                </a:solidFill>
              </a:rPr>
              <a:t>När</a:t>
            </a:r>
            <a:r>
              <a:rPr lang="en-US" sz="1050" noProof="0" dirty="0">
                <a:solidFill>
                  <a:schemeClr val="tx2"/>
                </a:solidFill>
              </a:rPr>
              <a:t> du </a:t>
            </a:r>
            <a:r>
              <a:rPr lang="en-US" sz="1050" noProof="0" dirty="0" err="1">
                <a:solidFill>
                  <a:schemeClr val="tx2"/>
                </a:solidFill>
              </a:rPr>
              <a:t>valt</a:t>
            </a:r>
            <a:r>
              <a:rPr lang="en-US" sz="1050" noProof="0" dirty="0">
                <a:solidFill>
                  <a:schemeClr val="tx2"/>
                </a:solidFill>
              </a:rPr>
              <a:t> </a:t>
            </a:r>
            <a:r>
              <a:rPr lang="en-US" sz="1050" noProof="0" dirty="0" err="1">
                <a:solidFill>
                  <a:schemeClr val="tx2"/>
                </a:solidFill>
              </a:rPr>
              <a:t>en</a:t>
            </a:r>
            <a:r>
              <a:rPr lang="en-US" sz="1050" noProof="0" dirty="0">
                <a:solidFill>
                  <a:schemeClr val="tx2"/>
                </a:solidFill>
              </a:rPr>
              <a:t> </a:t>
            </a:r>
            <a:r>
              <a:rPr lang="en-US" sz="1050" noProof="0" dirty="0" err="1">
                <a:solidFill>
                  <a:schemeClr val="tx2"/>
                </a:solidFill>
              </a:rPr>
              <a:t>ny</a:t>
            </a:r>
            <a:r>
              <a:rPr lang="en-US" sz="1050" noProof="0" dirty="0">
                <a:solidFill>
                  <a:schemeClr val="tx2"/>
                </a:solidFill>
              </a:rPr>
              <a:t> </a:t>
            </a:r>
            <a:r>
              <a:rPr lang="en-US" sz="1050" noProof="0" dirty="0" err="1">
                <a:solidFill>
                  <a:schemeClr val="tx2"/>
                </a:solidFill>
              </a:rPr>
              <a:t>bild</a:t>
            </a:r>
            <a:r>
              <a:rPr lang="en-US" sz="1050" noProof="0" dirty="0">
                <a:solidFill>
                  <a:schemeClr val="tx2"/>
                </a:solidFill>
              </a:rPr>
              <a:t> </a:t>
            </a:r>
            <a:r>
              <a:rPr lang="en-US" sz="1050" noProof="0" dirty="0" err="1">
                <a:solidFill>
                  <a:schemeClr val="tx2"/>
                </a:solidFill>
              </a:rPr>
              <a:t>lägger</a:t>
            </a:r>
            <a:r>
              <a:rPr lang="en-US" sz="1050" noProof="0" dirty="0">
                <a:solidFill>
                  <a:schemeClr val="tx2"/>
                </a:solidFill>
              </a:rPr>
              <a:t> den sig </a:t>
            </a:r>
            <a:r>
              <a:rPr lang="en-US" sz="1050" noProof="0" dirty="0" err="1">
                <a:solidFill>
                  <a:schemeClr val="tx2"/>
                </a:solidFill>
              </a:rPr>
              <a:t>i</a:t>
            </a:r>
            <a:r>
              <a:rPr lang="en-US" sz="1050" noProof="0" dirty="0">
                <a:solidFill>
                  <a:schemeClr val="tx2"/>
                </a:solidFill>
              </a:rPr>
              <a:t> </a:t>
            </a:r>
            <a:r>
              <a:rPr lang="en-US" sz="1050" noProof="0" dirty="0" err="1">
                <a:solidFill>
                  <a:schemeClr val="tx2"/>
                </a:solidFill>
              </a:rPr>
              <a:t>bakgrunden</a:t>
            </a:r>
            <a:r>
              <a:rPr lang="en-US" sz="1050" noProof="0" dirty="0">
                <a:solidFill>
                  <a:schemeClr val="tx2"/>
                </a:solidFill>
              </a:rPr>
              <a:t> </a:t>
            </a:r>
            <a:r>
              <a:rPr lang="en-US" sz="1050" noProof="0" dirty="0" err="1">
                <a:solidFill>
                  <a:schemeClr val="tx2"/>
                </a:solidFill>
              </a:rPr>
              <a:t>på</a:t>
            </a:r>
            <a:r>
              <a:rPr lang="en-US" sz="1050" noProof="0" dirty="0">
                <a:solidFill>
                  <a:schemeClr val="tx2"/>
                </a:solidFill>
              </a:rPr>
              <a:t> din PowerPoint-</a:t>
            </a:r>
            <a:r>
              <a:rPr lang="en-US" sz="1050" noProof="0" dirty="0" err="1">
                <a:solidFill>
                  <a:schemeClr val="tx2"/>
                </a:solidFill>
              </a:rPr>
              <a:t>sida</a:t>
            </a:r>
            <a:r>
              <a:rPr lang="en-US" sz="1050" noProof="0" dirty="0">
                <a:solidFill>
                  <a:schemeClr val="tx2"/>
                </a:solidFill>
              </a:rPr>
              <a:t>.</a:t>
            </a:r>
          </a:p>
          <a:p>
            <a:pPr algn="l"/>
            <a:endParaRPr lang="en-US" noProof="0" dirty="0">
              <a:solidFill>
                <a:schemeClr val="tx2"/>
              </a:solidFill>
            </a:endParaRPr>
          </a:p>
        </p:txBody>
      </p:sp>
      <p:sp>
        <p:nvSpPr>
          <p:cNvPr id="37" name="Oval 14">
            <a:extLst>
              <a:ext uri="{FF2B5EF4-FFF2-40B4-BE49-F238E27FC236}">
                <a16:creationId xmlns:a16="http://schemas.microsoft.com/office/drawing/2014/main" id="{1E1BD12D-CEA7-A331-7A5F-CD6E0D19EED1}"/>
              </a:ext>
            </a:extLst>
          </p:cNvPr>
          <p:cNvSpPr/>
          <p:nvPr/>
        </p:nvSpPr>
        <p:spPr>
          <a:xfrm>
            <a:off x="4219001" y="2711691"/>
            <a:ext cx="1089635" cy="108963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200"/>
              </a:spcBef>
              <a:spcAft>
                <a:spcPts val="200"/>
              </a:spcAft>
            </a:pPr>
            <a:r>
              <a:rPr lang="en-US" sz="800" noProof="0" dirty="0">
                <a:solidFill>
                  <a:schemeClr val="tx1"/>
                </a:solidFill>
              </a:rPr>
              <a:t>Under </a:t>
            </a:r>
            <a:r>
              <a:rPr lang="en-US" sz="800" noProof="0" dirty="0" err="1">
                <a:solidFill>
                  <a:schemeClr val="tx1"/>
                </a:solidFill>
              </a:rPr>
              <a:t>Fyllning</a:t>
            </a:r>
            <a:r>
              <a:rPr lang="en-US" sz="800" noProof="0" dirty="0">
                <a:solidFill>
                  <a:schemeClr val="tx1"/>
                </a:solidFill>
              </a:rPr>
              <a:t> </a:t>
            </a:r>
            <a:r>
              <a:rPr lang="en-US" sz="800" noProof="0" dirty="0" err="1">
                <a:solidFill>
                  <a:schemeClr val="tx1"/>
                </a:solidFill>
              </a:rPr>
              <a:t>bockar</a:t>
            </a:r>
            <a:r>
              <a:rPr lang="en-US" sz="800" noProof="0" dirty="0">
                <a:solidFill>
                  <a:schemeClr val="tx1"/>
                </a:solidFill>
              </a:rPr>
              <a:t> du </a:t>
            </a:r>
            <a:r>
              <a:rPr lang="en-US" sz="800" noProof="0" dirty="0" err="1">
                <a:solidFill>
                  <a:schemeClr val="tx1"/>
                </a:solidFill>
              </a:rPr>
              <a:t>i</a:t>
            </a:r>
            <a:r>
              <a:rPr lang="en-US" sz="800" noProof="0" dirty="0">
                <a:solidFill>
                  <a:schemeClr val="tx1"/>
                </a:solidFill>
              </a:rPr>
              <a:t> boxen </a:t>
            </a:r>
            <a:r>
              <a:rPr lang="en-US" sz="800" i="1" noProof="0" dirty="0">
                <a:solidFill>
                  <a:schemeClr val="tx1"/>
                </a:solidFill>
              </a:rPr>
              <a:t>Bild </a:t>
            </a:r>
            <a:r>
              <a:rPr lang="en-US" sz="800" i="1" noProof="0" dirty="0" err="1">
                <a:solidFill>
                  <a:schemeClr val="tx1"/>
                </a:solidFill>
              </a:rPr>
              <a:t>eller</a:t>
            </a:r>
            <a:r>
              <a:rPr lang="en-US" sz="800" i="1" noProof="0" dirty="0">
                <a:solidFill>
                  <a:schemeClr val="tx1"/>
                </a:solidFill>
              </a:rPr>
              <a:t> </a:t>
            </a:r>
            <a:r>
              <a:rPr lang="en-US" sz="800" i="1" noProof="0" dirty="0" err="1">
                <a:solidFill>
                  <a:schemeClr val="tx1"/>
                </a:solidFill>
              </a:rPr>
              <a:t>strukturfyllning</a:t>
            </a:r>
            <a:endParaRPr lang="en-US" sz="800" i="1" noProof="0" dirty="0">
              <a:solidFill>
                <a:schemeClr val="tx1"/>
              </a:solidFill>
            </a:endParaRPr>
          </a:p>
        </p:txBody>
      </p:sp>
      <p:sp>
        <p:nvSpPr>
          <p:cNvPr id="39" name="Arc 17">
            <a:extLst>
              <a:ext uri="{FF2B5EF4-FFF2-40B4-BE49-F238E27FC236}">
                <a16:creationId xmlns:a16="http://schemas.microsoft.com/office/drawing/2014/main" id="{9D84F267-0856-BE98-684D-3DDBD0D6BAD7}"/>
              </a:ext>
            </a:extLst>
          </p:cNvPr>
          <p:cNvSpPr/>
          <p:nvPr/>
        </p:nvSpPr>
        <p:spPr>
          <a:xfrm flipH="1">
            <a:off x="5154094" y="3161154"/>
            <a:ext cx="720452" cy="678800"/>
          </a:xfrm>
          <a:prstGeom prst="arc">
            <a:avLst>
              <a:gd name="adj1" fmla="val 1297120"/>
              <a:gd name="adj2" fmla="val 3539102"/>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41" name="textruta 8">
            <a:extLst>
              <a:ext uri="{FF2B5EF4-FFF2-40B4-BE49-F238E27FC236}">
                <a16:creationId xmlns:a16="http://schemas.microsoft.com/office/drawing/2014/main" id="{67BDAA34-963A-FA1B-2B05-0E37D738861D}"/>
              </a:ext>
            </a:extLst>
          </p:cNvPr>
          <p:cNvSpPr txBox="1"/>
          <p:nvPr/>
        </p:nvSpPr>
        <p:spPr>
          <a:xfrm>
            <a:off x="8815609" y="2065738"/>
            <a:ext cx="2752503" cy="905012"/>
          </a:xfrm>
          <a:prstGeom prst="rect">
            <a:avLst/>
          </a:prstGeom>
          <a:noFill/>
        </p:spPr>
        <p:txBody>
          <a:bodyPr wrap="square" lIns="0" tIns="0" rIns="0" bIns="32659" rtlCol="0">
            <a:spAutoFit/>
          </a:bodyPr>
          <a:lstStyle/>
          <a:p>
            <a:pPr marL="171450" indent="-171450">
              <a:spcBef>
                <a:spcPts val="200"/>
              </a:spcBef>
              <a:spcAft>
                <a:spcPts val="200"/>
              </a:spcAft>
              <a:buFont typeface="Calibri" panose="020F0502020204030204" pitchFamily="34" charset="0"/>
              <a:buChar char="→"/>
            </a:pPr>
            <a:r>
              <a:rPr lang="en-US" sz="1000" noProof="0" dirty="0" err="1">
                <a:solidFill>
                  <a:schemeClr val="tx2"/>
                </a:solidFill>
              </a:rPr>
              <a:t>Ställ</a:t>
            </a:r>
            <a:r>
              <a:rPr lang="en-US" sz="1000" noProof="0" dirty="0">
                <a:solidFill>
                  <a:schemeClr val="tx2"/>
                </a:solidFill>
              </a:rPr>
              <a:t> dig </a:t>
            </a:r>
            <a:r>
              <a:rPr lang="en-US" sz="1000" noProof="0" dirty="0" err="1">
                <a:solidFill>
                  <a:schemeClr val="tx2"/>
                </a:solidFill>
              </a:rPr>
              <a:t>på</a:t>
            </a:r>
            <a:r>
              <a:rPr lang="en-US" sz="1000" noProof="0" dirty="0">
                <a:solidFill>
                  <a:schemeClr val="tx2"/>
                </a:solidFill>
              </a:rPr>
              <a:t> den </a:t>
            </a:r>
            <a:r>
              <a:rPr lang="en-US" sz="1000" noProof="0" dirty="0" err="1">
                <a:solidFill>
                  <a:schemeClr val="tx2"/>
                </a:solidFill>
              </a:rPr>
              <a:t>bild</a:t>
            </a:r>
            <a:r>
              <a:rPr lang="en-US" sz="1000" noProof="0" dirty="0">
                <a:solidFill>
                  <a:schemeClr val="tx2"/>
                </a:solidFill>
              </a:rPr>
              <a:t> du </a:t>
            </a:r>
            <a:r>
              <a:rPr lang="en-US" sz="1000" noProof="0" dirty="0" err="1">
                <a:solidFill>
                  <a:schemeClr val="tx2"/>
                </a:solidFill>
              </a:rPr>
              <a:t>vill</a:t>
            </a:r>
            <a:r>
              <a:rPr lang="en-US" sz="1000" noProof="0" dirty="0">
                <a:solidFill>
                  <a:schemeClr val="tx2"/>
                </a:solidFill>
              </a:rPr>
              <a:t> </a:t>
            </a:r>
            <a:r>
              <a:rPr lang="en-US" sz="1000" noProof="0" dirty="0" err="1">
                <a:solidFill>
                  <a:schemeClr val="tx2"/>
                </a:solidFill>
              </a:rPr>
              <a:t>komprimera</a:t>
            </a:r>
            <a:r>
              <a:rPr lang="en-US" sz="1000" noProof="0" dirty="0">
                <a:solidFill>
                  <a:schemeClr val="tx2"/>
                </a:solidFill>
              </a:rPr>
              <a:t>.</a:t>
            </a:r>
          </a:p>
          <a:p>
            <a:pPr marL="171450" indent="-171450">
              <a:spcBef>
                <a:spcPts val="200"/>
              </a:spcBef>
              <a:spcAft>
                <a:spcPts val="200"/>
              </a:spcAft>
              <a:buFont typeface="Calibri" panose="020F0502020204030204" pitchFamily="34" charset="0"/>
              <a:buChar char="→"/>
            </a:pPr>
            <a:r>
              <a:rPr lang="en-US" sz="1000" noProof="0" dirty="0" err="1">
                <a:solidFill>
                  <a:schemeClr val="tx2"/>
                </a:solidFill>
              </a:rPr>
              <a:t>Välj</a:t>
            </a:r>
            <a:r>
              <a:rPr lang="en-US" sz="1000" noProof="0" dirty="0">
                <a:solidFill>
                  <a:schemeClr val="tx2"/>
                </a:solidFill>
              </a:rPr>
              <a:t> </a:t>
            </a:r>
            <a:r>
              <a:rPr lang="en-US" sz="1000" noProof="0" dirty="0" err="1">
                <a:solidFill>
                  <a:schemeClr val="tx2"/>
                </a:solidFill>
              </a:rPr>
              <a:t>Bildformat</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menyn</a:t>
            </a:r>
            <a:endParaRPr lang="en-US" sz="1000" noProof="0" dirty="0">
              <a:solidFill>
                <a:schemeClr val="tx2"/>
              </a:solidFill>
            </a:endParaRPr>
          </a:p>
          <a:p>
            <a:pPr marL="171450" indent="-171450">
              <a:spcBef>
                <a:spcPts val="200"/>
              </a:spcBef>
              <a:spcAft>
                <a:spcPts val="200"/>
              </a:spcAft>
              <a:buFont typeface="Calibri" panose="020F0502020204030204" pitchFamily="34" charset="0"/>
              <a:buChar char="→"/>
            </a:pPr>
            <a:r>
              <a:rPr lang="en-US" sz="1000" noProof="0" dirty="0">
                <a:solidFill>
                  <a:schemeClr val="tx2"/>
                </a:solidFill>
              </a:rPr>
              <a:t>I </a:t>
            </a:r>
            <a:r>
              <a:rPr lang="en-US" sz="1000" noProof="0" dirty="0" err="1">
                <a:solidFill>
                  <a:schemeClr val="tx2"/>
                </a:solidFill>
              </a:rPr>
              <a:t>menyn</a:t>
            </a:r>
            <a:r>
              <a:rPr lang="en-US" sz="1000" noProof="0" dirty="0">
                <a:solidFill>
                  <a:schemeClr val="tx2"/>
                </a:solidFill>
              </a:rPr>
              <a:t> </a:t>
            </a:r>
            <a:r>
              <a:rPr lang="en-US" sz="1000" noProof="0" dirty="0" err="1">
                <a:solidFill>
                  <a:schemeClr val="tx2"/>
                </a:solidFill>
              </a:rPr>
              <a:t>finns</a:t>
            </a:r>
            <a:r>
              <a:rPr lang="en-US" sz="1000" noProof="0" dirty="0">
                <a:solidFill>
                  <a:schemeClr val="tx2"/>
                </a:solidFill>
              </a:rPr>
              <a:t> valet </a:t>
            </a:r>
            <a:r>
              <a:rPr lang="en-US" sz="1000" i="1" noProof="0" dirty="0" err="1">
                <a:solidFill>
                  <a:schemeClr val="tx2"/>
                </a:solidFill>
              </a:rPr>
              <a:t>Komprimera</a:t>
            </a:r>
            <a:r>
              <a:rPr lang="en-US" sz="1000" i="1" noProof="0" dirty="0">
                <a:solidFill>
                  <a:schemeClr val="tx2"/>
                </a:solidFill>
              </a:rPr>
              <a:t> </a:t>
            </a:r>
            <a:r>
              <a:rPr lang="en-US" sz="1000" i="1" noProof="0" dirty="0" err="1">
                <a:solidFill>
                  <a:schemeClr val="tx2"/>
                </a:solidFill>
              </a:rPr>
              <a:t>bilder</a:t>
            </a:r>
            <a:r>
              <a:rPr lang="en-US" sz="1000" noProof="0" dirty="0">
                <a:solidFill>
                  <a:schemeClr val="tx2"/>
                </a:solidFill>
              </a:rPr>
              <a:t>. </a:t>
            </a:r>
            <a:r>
              <a:rPr lang="en-US" sz="1000" noProof="0" dirty="0" err="1">
                <a:solidFill>
                  <a:schemeClr val="tx2"/>
                </a:solidFill>
              </a:rPr>
              <a:t>När</a:t>
            </a:r>
            <a:r>
              <a:rPr lang="en-US" sz="1000" noProof="0" dirty="0">
                <a:solidFill>
                  <a:schemeClr val="tx2"/>
                </a:solidFill>
              </a:rPr>
              <a:t> du </a:t>
            </a:r>
            <a:r>
              <a:rPr lang="en-US" sz="1000" noProof="0" dirty="0" err="1">
                <a:solidFill>
                  <a:schemeClr val="tx2"/>
                </a:solidFill>
              </a:rPr>
              <a:t>väljer</a:t>
            </a:r>
            <a:r>
              <a:rPr lang="en-US" sz="1000" noProof="0" dirty="0">
                <a:solidFill>
                  <a:schemeClr val="tx2"/>
                </a:solidFill>
              </a:rPr>
              <a:t> det </a:t>
            </a:r>
            <a:r>
              <a:rPr lang="en-US" sz="1000" noProof="0" dirty="0" err="1">
                <a:solidFill>
                  <a:schemeClr val="tx2"/>
                </a:solidFill>
              </a:rPr>
              <a:t>öppnas</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dialogruta</a:t>
            </a:r>
            <a:r>
              <a:rPr lang="en-US" sz="1000" noProof="0" dirty="0">
                <a:solidFill>
                  <a:schemeClr val="tx2"/>
                </a:solidFill>
              </a:rPr>
              <a:t>. Nu </a:t>
            </a:r>
            <a:r>
              <a:rPr lang="en-US" sz="1000" noProof="0" dirty="0" err="1">
                <a:solidFill>
                  <a:schemeClr val="tx2"/>
                </a:solidFill>
              </a:rPr>
              <a:t>kan</a:t>
            </a:r>
            <a:r>
              <a:rPr lang="en-US" sz="1000" noProof="0" dirty="0">
                <a:solidFill>
                  <a:schemeClr val="tx2"/>
                </a:solidFill>
              </a:rPr>
              <a:t> du </a:t>
            </a:r>
            <a:r>
              <a:rPr lang="en-US" sz="1000" noProof="0" dirty="0" err="1">
                <a:solidFill>
                  <a:schemeClr val="tx2"/>
                </a:solidFill>
              </a:rPr>
              <a:t>göra</a:t>
            </a:r>
            <a:r>
              <a:rPr lang="en-US" sz="1000" noProof="0" dirty="0">
                <a:solidFill>
                  <a:schemeClr val="tx2"/>
                </a:solidFill>
              </a:rPr>
              <a:t> </a:t>
            </a:r>
            <a:r>
              <a:rPr lang="en-US" sz="1000" noProof="0" dirty="0" err="1">
                <a:solidFill>
                  <a:schemeClr val="tx2"/>
                </a:solidFill>
              </a:rPr>
              <a:t>dina</a:t>
            </a:r>
            <a:r>
              <a:rPr lang="en-US" sz="1000" noProof="0" dirty="0">
                <a:solidFill>
                  <a:schemeClr val="tx2"/>
                </a:solidFill>
              </a:rPr>
              <a:t> val.</a:t>
            </a:r>
          </a:p>
        </p:txBody>
      </p:sp>
      <p:pic>
        <p:nvPicPr>
          <p:cNvPr id="45" name="Bildobjekt 44">
            <a:extLst>
              <a:ext uri="{FF2B5EF4-FFF2-40B4-BE49-F238E27FC236}">
                <a16:creationId xmlns:a16="http://schemas.microsoft.com/office/drawing/2014/main" id="{8433CA45-27AA-8FE8-793A-A54E45D6AB97}"/>
              </a:ext>
            </a:extLst>
          </p:cNvPr>
          <p:cNvPicPr>
            <a:picLocks noChangeAspect="1"/>
          </p:cNvPicPr>
          <p:nvPr/>
        </p:nvPicPr>
        <p:blipFill>
          <a:blip r:embed="rId5"/>
          <a:stretch>
            <a:fillRect/>
          </a:stretch>
        </p:blipFill>
        <p:spPr>
          <a:xfrm>
            <a:off x="8823927" y="3839954"/>
            <a:ext cx="3181596" cy="1860542"/>
          </a:xfrm>
          <a:prstGeom prst="rect">
            <a:avLst/>
          </a:prstGeom>
          <a:ln>
            <a:solidFill>
              <a:schemeClr val="tx1">
                <a:lumMod val="50000"/>
                <a:lumOff val="50000"/>
              </a:schemeClr>
            </a:solidFill>
          </a:ln>
        </p:spPr>
      </p:pic>
      <p:sp>
        <p:nvSpPr>
          <p:cNvPr id="46" name="Oval 14">
            <a:extLst>
              <a:ext uri="{FF2B5EF4-FFF2-40B4-BE49-F238E27FC236}">
                <a16:creationId xmlns:a16="http://schemas.microsoft.com/office/drawing/2014/main" id="{CFBA9CEE-0654-A35E-F1C9-D89C581FC158}"/>
              </a:ext>
            </a:extLst>
          </p:cNvPr>
          <p:cNvSpPr/>
          <p:nvPr/>
        </p:nvSpPr>
        <p:spPr>
          <a:xfrm>
            <a:off x="7737859" y="2889498"/>
            <a:ext cx="1229867" cy="1229867"/>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200"/>
              </a:spcBef>
              <a:spcAft>
                <a:spcPts val="200"/>
              </a:spcAft>
            </a:pPr>
            <a:r>
              <a:rPr lang="en-US" sz="800" noProof="0" dirty="0">
                <a:solidFill>
                  <a:schemeClr val="tx1"/>
                </a:solidFill>
              </a:rPr>
              <a:t>Klicka </a:t>
            </a:r>
            <a:r>
              <a:rPr lang="en-US" sz="800" noProof="0" dirty="0" err="1">
                <a:solidFill>
                  <a:schemeClr val="tx1"/>
                </a:solidFill>
              </a:rPr>
              <a:t>ur</a:t>
            </a:r>
            <a:r>
              <a:rPr lang="en-US" sz="800" noProof="0" dirty="0">
                <a:solidFill>
                  <a:schemeClr val="tx1"/>
                </a:solidFill>
              </a:rPr>
              <a:t> </a:t>
            </a:r>
            <a:r>
              <a:rPr lang="en-US" sz="800" i="1" noProof="0" dirty="0" err="1">
                <a:solidFill>
                  <a:schemeClr val="tx1"/>
                </a:solidFill>
              </a:rPr>
              <a:t>Använd</a:t>
            </a:r>
            <a:r>
              <a:rPr lang="en-US" sz="800" i="1" noProof="0" dirty="0">
                <a:solidFill>
                  <a:schemeClr val="tx1"/>
                </a:solidFill>
              </a:rPr>
              <a:t> </a:t>
            </a:r>
            <a:r>
              <a:rPr lang="en-US" sz="800" i="1" noProof="0" dirty="0" err="1">
                <a:solidFill>
                  <a:schemeClr val="tx1"/>
                </a:solidFill>
              </a:rPr>
              <a:t>endast</a:t>
            </a:r>
            <a:r>
              <a:rPr lang="en-US" sz="800" i="1" noProof="0" dirty="0">
                <a:solidFill>
                  <a:schemeClr val="tx1"/>
                </a:solidFill>
              </a:rPr>
              <a:t> </a:t>
            </a:r>
            <a:r>
              <a:rPr lang="en-US" sz="800" i="1" noProof="0" dirty="0" err="1">
                <a:solidFill>
                  <a:schemeClr val="tx1"/>
                </a:solidFill>
              </a:rPr>
              <a:t>på</a:t>
            </a:r>
            <a:r>
              <a:rPr lang="en-US" sz="800" i="1" noProof="0" dirty="0">
                <a:solidFill>
                  <a:schemeClr val="tx1"/>
                </a:solidFill>
              </a:rPr>
              <a:t> den </a:t>
            </a:r>
            <a:r>
              <a:rPr lang="en-US" sz="800" i="1" noProof="0" dirty="0" err="1">
                <a:solidFill>
                  <a:schemeClr val="tx1"/>
                </a:solidFill>
              </a:rPr>
              <a:t>här</a:t>
            </a:r>
            <a:r>
              <a:rPr lang="en-US" sz="800" i="1" noProof="0" dirty="0">
                <a:solidFill>
                  <a:schemeClr val="tx1"/>
                </a:solidFill>
              </a:rPr>
              <a:t> </a:t>
            </a:r>
            <a:r>
              <a:rPr lang="en-US" sz="800" i="1" noProof="0" dirty="0" err="1">
                <a:solidFill>
                  <a:schemeClr val="tx1"/>
                </a:solidFill>
              </a:rPr>
              <a:t>bilden</a:t>
            </a:r>
            <a:r>
              <a:rPr lang="en-US" sz="800" i="1" noProof="0" dirty="0">
                <a:solidFill>
                  <a:schemeClr val="tx1"/>
                </a:solidFill>
              </a:rPr>
              <a:t> </a:t>
            </a:r>
            <a:r>
              <a:rPr lang="en-US" sz="800" noProof="0" dirty="0">
                <a:solidFill>
                  <a:schemeClr val="tx1"/>
                </a:solidFill>
              </a:rPr>
              <a:t>om du </a:t>
            </a:r>
            <a:r>
              <a:rPr lang="en-US" sz="800" noProof="0" dirty="0" err="1">
                <a:solidFill>
                  <a:schemeClr val="tx1"/>
                </a:solidFill>
              </a:rPr>
              <a:t>vill</a:t>
            </a:r>
            <a:r>
              <a:rPr lang="en-US" sz="800" noProof="0" dirty="0">
                <a:solidFill>
                  <a:schemeClr val="tx1"/>
                </a:solidFill>
              </a:rPr>
              <a:t> </a:t>
            </a:r>
            <a:r>
              <a:rPr lang="en-US" sz="800" noProof="0" dirty="0" err="1">
                <a:solidFill>
                  <a:schemeClr val="tx1"/>
                </a:solidFill>
              </a:rPr>
              <a:t>komprimera</a:t>
            </a:r>
            <a:r>
              <a:rPr lang="en-US" sz="800" noProof="0" dirty="0">
                <a:solidFill>
                  <a:schemeClr val="tx1"/>
                </a:solidFill>
              </a:rPr>
              <a:t> alla </a:t>
            </a:r>
            <a:r>
              <a:rPr lang="en-US" sz="800" noProof="0" dirty="0" err="1">
                <a:solidFill>
                  <a:schemeClr val="tx1"/>
                </a:solidFill>
              </a:rPr>
              <a:t>bilder</a:t>
            </a:r>
            <a:r>
              <a:rPr lang="en-US" sz="800" noProof="0" dirty="0">
                <a:solidFill>
                  <a:schemeClr val="tx1"/>
                </a:solidFill>
              </a:rPr>
              <a:t> </a:t>
            </a:r>
            <a:r>
              <a:rPr lang="en-US" sz="800" noProof="0" dirty="0" err="1">
                <a:solidFill>
                  <a:schemeClr val="tx1"/>
                </a:solidFill>
              </a:rPr>
              <a:t>i</a:t>
            </a:r>
            <a:r>
              <a:rPr lang="en-US" sz="800" noProof="0" dirty="0">
                <a:solidFill>
                  <a:schemeClr val="tx1"/>
                </a:solidFill>
              </a:rPr>
              <a:t> din presentation</a:t>
            </a:r>
            <a:endParaRPr lang="en-US" sz="800" i="1" noProof="0" dirty="0">
              <a:solidFill>
                <a:schemeClr val="tx1"/>
              </a:solidFill>
            </a:endParaRPr>
          </a:p>
        </p:txBody>
      </p:sp>
      <p:sp>
        <p:nvSpPr>
          <p:cNvPr id="47" name="Arc 17">
            <a:extLst>
              <a:ext uri="{FF2B5EF4-FFF2-40B4-BE49-F238E27FC236}">
                <a16:creationId xmlns:a16="http://schemas.microsoft.com/office/drawing/2014/main" id="{6B4DDA60-A880-BCB9-6B9B-FFE0D2151FC4}"/>
              </a:ext>
            </a:extLst>
          </p:cNvPr>
          <p:cNvSpPr/>
          <p:nvPr/>
        </p:nvSpPr>
        <p:spPr>
          <a:xfrm flipH="1">
            <a:off x="8604308" y="3636030"/>
            <a:ext cx="720452" cy="678800"/>
          </a:xfrm>
          <a:prstGeom prst="arc">
            <a:avLst>
              <a:gd name="adj1" fmla="val 1297120"/>
              <a:gd name="adj2" fmla="val 3539102"/>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67" name="Oval 14">
            <a:extLst>
              <a:ext uri="{FF2B5EF4-FFF2-40B4-BE49-F238E27FC236}">
                <a16:creationId xmlns:a16="http://schemas.microsoft.com/office/drawing/2014/main" id="{4E2A3050-A13D-5F3D-40A5-6C831EA11772}"/>
              </a:ext>
            </a:extLst>
          </p:cNvPr>
          <p:cNvSpPr/>
          <p:nvPr/>
        </p:nvSpPr>
        <p:spPr>
          <a:xfrm>
            <a:off x="7543368" y="5048777"/>
            <a:ext cx="1144224" cy="114422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200"/>
              </a:spcBef>
              <a:spcAft>
                <a:spcPts val="200"/>
              </a:spcAft>
            </a:pPr>
            <a:r>
              <a:rPr lang="en-US" sz="800" noProof="0" dirty="0" err="1">
                <a:solidFill>
                  <a:schemeClr val="tx1"/>
                </a:solidFill>
              </a:rPr>
              <a:t>Här</a:t>
            </a:r>
            <a:r>
              <a:rPr lang="en-US" sz="800" noProof="0" dirty="0">
                <a:solidFill>
                  <a:schemeClr val="tx1"/>
                </a:solidFill>
              </a:rPr>
              <a:t> </a:t>
            </a:r>
            <a:r>
              <a:rPr lang="en-US" sz="800" noProof="0" dirty="0" err="1">
                <a:solidFill>
                  <a:schemeClr val="tx1"/>
                </a:solidFill>
              </a:rPr>
              <a:t>väljer</a:t>
            </a:r>
            <a:r>
              <a:rPr lang="en-US" sz="800" noProof="0" dirty="0">
                <a:solidFill>
                  <a:schemeClr val="tx1"/>
                </a:solidFill>
              </a:rPr>
              <a:t> du </a:t>
            </a:r>
            <a:r>
              <a:rPr lang="en-US" sz="800" noProof="0" dirty="0" err="1">
                <a:solidFill>
                  <a:schemeClr val="tx1"/>
                </a:solidFill>
              </a:rPr>
              <a:t>vilken</a:t>
            </a:r>
            <a:r>
              <a:rPr lang="en-US" sz="800" noProof="0" dirty="0">
                <a:solidFill>
                  <a:schemeClr val="tx1"/>
                </a:solidFill>
              </a:rPr>
              <a:t> </a:t>
            </a:r>
            <a:r>
              <a:rPr lang="en-US" sz="800" noProof="0" dirty="0" err="1">
                <a:solidFill>
                  <a:schemeClr val="tx1"/>
                </a:solidFill>
              </a:rPr>
              <a:t>upplösning</a:t>
            </a:r>
            <a:r>
              <a:rPr lang="en-US" sz="800" noProof="0" dirty="0">
                <a:solidFill>
                  <a:schemeClr val="tx1"/>
                </a:solidFill>
              </a:rPr>
              <a:t> du </a:t>
            </a:r>
            <a:r>
              <a:rPr lang="en-US" sz="800" noProof="0" dirty="0" err="1">
                <a:solidFill>
                  <a:schemeClr val="tx1"/>
                </a:solidFill>
              </a:rPr>
              <a:t>vill</a:t>
            </a:r>
            <a:r>
              <a:rPr lang="en-US" sz="800" noProof="0" dirty="0">
                <a:solidFill>
                  <a:schemeClr val="tx1"/>
                </a:solidFill>
              </a:rPr>
              <a:t> </a:t>
            </a:r>
            <a:r>
              <a:rPr lang="en-US" sz="800" noProof="0" dirty="0" err="1">
                <a:solidFill>
                  <a:schemeClr val="tx1"/>
                </a:solidFill>
              </a:rPr>
              <a:t>komprimera</a:t>
            </a:r>
            <a:r>
              <a:rPr lang="en-US" sz="800" noProof="0" dirty="0">
                <a:solidFill>
                  <a:schemeClr val="tx1"/>
                </a:solidFill>
              </a:rPr>
              <a:t> till</a:t>
            </a:r>
            <a:endParaRPr lang="en-US" sz="800" i="1" noProof="0" dirty="0">
              <a:solidFill>
                <a:schemeClr val="tx1"/>
              </a:solidFill>
            </a:endParaRPr>
          </a:p>
        </p:txBody>
      </p:sp>
      <p:sp>
        <p:nvSpPr>
          <p:cNvPr id="68" name="Arc 13">
            <a:extLst>
              <a:ext uri="{FF2B5EF4-FFF2-40B4-BE49-F238E27FC236}">
                <a16:creationId xmlns:a16="http://schemas.microsoft.com/office/drawing/2014/main" id="{3C6268B5-15D8-DAB1-7755-B9844FFA15A0}"/>
              </a:ext>
            </a:extLst>
          </p:cNvPr>
          <p:cNvSpPr/>
          <p:nvPr/>
        </p:nvSpPr>
        <p:spPr>
          <a:xfrm>
            <a:off x="8310349" y="5008332"/>
            <a:ext cx="587917" cy="464131"/>
          </a:xfrm>
          <a:prstGeom prst="arc">
            <a:avLst>
              <a:gd name="adj1" fmla="val 13510225"/>
              <a:gd name="adj2" fmla="val 18864888"/>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solidFill>
                <a:schemeClr val="tx2"/>
              </a:solidFill>
            </a:endParaRPr>
          </a:p>
        </p:txBody>
      </p:sp>
      <p:sp>
        <p:nvSpPr>
          <p:cNvPr id="69" name="Oval 14">
            <a:extLst>
              <a:ext uri="{FF2B5EF4-FFF2-40B4-BE49-F238E27FC236}">
                <a16:creationId xmlns:a16="http://schemas.microsoft.com/office/drawing/2014/main" id="{ADE49572-4FF1-162E-B8AE-5B9EAF8F654F}"/>
              </a:ext>
            </a:extLst>
          </p:cNvPr>
          <p:cNvSpPr/>
          <p:nvPr/>
        </p:nvSpPr>
        <p:spPr>
          <a:xfrm>
            <a:off x="9149987" y="5142062"/>
            <a:ext cx="1339434" cy="1339434"/>
          </a:xfrm>
          <a:prstGeom prst="ellipse">
            <a:avLst/>
          </a:prstGeom>
          <a:solidFill>
            <a:srgbClr val="FDB1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200"/>
              </a:spcBef>
              <a:spcAft>
                <a:spcPts val="200"/>
              </a:spcAft>
            </a:pPr>
            <a:r>
              <a:rPr lang="en-US" sz="800" b="1" noProof="0" dirty="0">
                <a:solidFill>
                  <a:schemeClr val="bg2"/>
                </a:solidFill>
              </a:rPr>
              <a:t>Viktigt! </a:t>
            </a:r>
          </a:p>
          <a:p>
            <a:pPr algn="ctr">
              <a:spcBef>
                <a:spcPts val="200"/>
              </a:spcBef>
              <a:spcAft>
                <a:spcPts val="200"/>
              </a:spcAft>
            </a:pPr>
            <a:r>
              <a:rPr lang="en-US" sz="800" noProof="0" dirty="0" err="1">
                <a:solidFill>
                  <a:schemeClr val="bg2"/>
                </a:solidFill>
              </a:rPr>
              <a:t>När</a:t>
            </a:r>
            <a:r>
              <a:rPr lang="en-US" sz="800" noProof="0" dirty="0">
                <a:solidFill>
                  <a:schemeClr val="bg2"/>
                </a:solidFill>
              </a:rPr>
              <a:t> du </a:t>
            </a:r>
            <a:r>
              <a:rPr lang="en-US" sz="800" noProof="0" dirty="0" err="1">
                <a:solidFill>
                  <a:schemeClr val="bg2"/>
                </a:solidFill>
              </a:rPr>
              <a:t>väl</a:t>
            </a:r>
            <a:r>
              <a:rPr lang="en-US" sz="800" noProof="0" dirty="0">
                <a:solidFill>
                  <a:schemeClr val="bg2"/>
                </a:solidFill>
              </a:rPr>
              <a:t> </a:t>
            </a:r>
            <a:r>
              <a:rPr lang="en-US" sz="800" noProof="0" dirty="0" err="1">
                <a:solidFill>
                  <a:schemeClr val="bg2"/>
                </a:solidFill>
              </a:rPr>
              <a:t>komprimerat</a:t>
            </a:r>
            <a:r>
              <a:rPr lang="en-US" sz="800" noProof="0" dirty="0">
                <a:solidFill>
                  <a:schemeClr val="bg2"/>
                </a:solidFill>
              </a:rPr>
              <a:t> </a:t>
            </a:r>
            <a:r>
              <a:rPr lang="en-US" sz="800" noProof="0" dirty="0" err="1">
                <a:solidFill>
                  <a:schemeClr val="bg2"/>
                </a:solidFill>
              </a:rPr>
              <a:t>kan</a:t>
            </a:r>
            <a:r>
              <a:rPr lang="en-US" sz="800" noProof="0" dirty="0">
                <a:solidFill>
                  <a:schemeClr val="bg2"/>
                </a:solidFill>
              </a:rPr>
              <a:t> du </a:t>
            </a:r>
            <a:r>
              <a:rPr lang="en-US" sz="800" noProof="0" dirty="0" err="1">
                <a:solidFill>
                  <a:schemeClr val="bg2"/>
                </a:solidFill>
              </a:rPr>
              <a:t>inte</a:t>
            </a:r>
            <a:r>
              <a:rPr lang="en-US" sz="800" noProof="0" dirty="0">
                <a:solidFill>
                  <a:schemeClr val="bg2"/>
                </a:solidFill>
              </a:rPr>
              <a:t> </a:t>
            </a:r>
            <a:r>
              <a:rPr lang="en-US" sz="800" noProof="0" dirty="0" err="1">
                <a:solidFill>
                  <a:schemeClr val="bg2"/>
                </a:solidFill>
              </a:rPr>
              <a:t>återställa</a:t>
            </a:r>
            <a:r>
              <a:rPr lang="en-US" sz="800" noProof="0" dirty="0">
                <a:solidFill>
                  <a:schemeClr val="bg2"/>
                </a:solidFill>
              </a:rPr>
              <a:t> </a:t>
            </a:r>
            <a:r>
              <a:rPr lang="en-US" sz="800" noProof="0" dirty="0" err="1">
                <a:solidFill>
                  <a:schemeClr val="bg2"/>
                </a:solidFill>
              </a:rPr>
              <a:t>bilderna</a:t>
            </a:r>
            <a:r>
              <a:rPr lang="en-US" sz="800" noProof="0" dirty="0">
                <a:solidFill>
                  <a:schemeClr val="bg2"/>
                </a:solidFill>
              </a:rPr>
              <a:t> om du </a:t>
            </a:r>
            <a:r>
              <a:rPr lang="en-US" sz="800" noProof="0" dirty="0" err="1">
                <a:solidFill>
                  <a:schemeClr val="bg2"/>
                </a:solidFill>
              </a:rPr>
              <a:t>behöver</a:t>
            </a:r>
            <a:r>
              <a:rPr lang="en-US" sz="800" noProof="0" dirty="0">
                <a:solidFill>
                  <a:schemeClr val="bg2"/>
                </a:solidFill>
              </a:rPr>
              <a:t>, </a:t>
            </a:r>
            <a:r>
              <a:rPr lang="en-US" sz="800" noProof="0" dirty="0" err="1">
                <a:solidFill>
                  <a:schemeClr val="bg2"/>
                </a:solidFill>
              </a:rPr>
              <a:t>utan</a:t>
            </a:r>
            <a:r>
              <a:rPr lang="en-US" sz="800" noProof="0" dirty="0">
                <a:solidFill>
                  <a:schemeClr val="bg2"/>
                </a:solidFill>
              </a:rPr>
              <a:t> </a:t>
            </a:r>
            <a:r>
              <a:rPr lang="en-US" sz="800" noProof="0" dirty="0" err="1">
                <a:solidFill>
                  <a:schemeClr val="bg2"/>
                </a:solidFill>
              </a:rPr>
              <a:t>måste</a:t>
            </a:r>
            <a:r>
              <a:rPr lang="en-US" sz="800" noProof="0" dirty="0">
                <a:solidFill>
                  <a:schemeClr val="bg2"/>
                </a:solidFill>
              </a:rPr>
              <a:t> </a:t>
            </a:r>
            <a:r>
              <a:rPr lang="en-US" sz="800" noProof="0" dirty="0" err="1">
                <a:solidFill>
                  <a:schemeClr val="bg2"/>
                </a:solidFill>
              </a:rPr>
              <a:t>då</a:t>
            </a:r>
            <a:r>
              <a:rPr lang="en-US" sz="800" noProof="0" dirty="0">
                <a:solidFill>
                  <a:schemeClr val="bg2"/>
                </a:solidFill>
              </a:rPr>
              <a:t> </a:t>
            </a:r>
            <a:r>
              <a:rPr lang="en-US" sz="800" noProof="0" dirty="0" err="1">
                <a:solidFill>
                  <a:schemeClr val="bg2"/>
                </a:solidFill>
              </a:rPr>
              <a:t>klistra</a:t>
            </a:r>
            <a:r>
              <a:rPr lang="en-US" sz="800" noProof="0" dirty="0">
                <a:solidFill>
                  <a:schemeClr val="bg2"/>
                </a:solidFill>
              </a:rPr>
              <a:t> in dem </a:t>
            </a:r>
            <a:r>
              <a:rPr lang="en-US" sz="800" noProof="0" dirty="0" err="1">
                <a:solidFill>
                  <a:schemeClr val="bg2"/>
                </a:solidFill>
              </a:rPr>
              <a:t>på</a:t>
            </a:r>
            <a:r>
              <a:rPr lang="en-US" sz="800" noProof="0" dirty="0">
                <a:solidFill>
                  <a:schemeClr val="bg2"/>
                </a:solidFill>
              </a:rPr>
              <a:t> </a:t>
            </a:r>
            <a:r>
              <a:rPr lang="en-US" sz="800" noProof="0" dirty="0" err="1">
                <a:solidFill>
                  <a:schemeClr val="bg2"/>
                </a:solidFill>
              </a:rPr>
              <a:t>nytt</a:t>
            </a:r>
            <a:endParaRPr lang="en-US" sz="800" noProof="0" dirty="0">
              <a:solidFill>
                <a:schemeClr val="bg2"/>
              </a:solidFill>
            </a:endParaRPr>
          </a:p>
        </p:txBody>
      </p:sp>
    </p:spTree>
    <p:extLst>
      <p:ext uri="{BB962C8B-B14F-4D97-AF65-F5344CB8AC3E}">
        <p14:creationId xmlns:p14="http://schemas.microsoft.com/office/powerpoint/2010/main" val="340941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99BC35E-C6BB-4364-A69A-AB58390C9C2A}"/>
              </a:ext>
            </a:extLst>
          </p:cNvPr>
          <p:cNvSpPr>
            <a:spLocks noGrp="1"/>
          </p:cNvSpPr>
          <p:nvPr>
            <p:ph type="title"/>
          </p:nvPr>
        </p:nvSpPr>
        <p:spPr>
          <a:xfrm>
            <a:off x="630712" y="52802"/>
            <a:ext cx="8386288" cy="509884"/>
          </a:xfrm>
        </p:spPr>
        <p:txBody>
          <a:bodyPr>
            <a:normAutofit/>
          </a:bodyPr>
          <a:lstStyle/>
          <a:p>
            <a:r>
              <a:rPr lang="en-US" sz="1200" spc="600" noProof="0" dirty="0"/>
              <a:t>INSTRUKTIONER- TILLGÄNGLIGHETSANPASSNING</a:t>
            </a:r>
            <a:br>
              <a:rPr lang="en-US" sz="2800" noProof="0" dirty="0"/>
            </a:br>
            <a:r>
              <a:rPr lang="en-US" sz="900" noProof="0" dirty="0"/>
              <a:t>Dold </a:t>
            </a:r>
            <a:r>
              <a:rPr lang="en-US" sz="900" noProof="0" dirty="0" err="1"/>
              <a:t>sida</a:t>
            </a:r>
            <a:r>
              <a:rPr lang="en-US" sz="900" noProof="0" dirty="0"/>
              <a:t>, visas </a:t>
            </a:r>
            <a:r>
              <a:rPr lang="en-US" sz="900" noProof="0" dirty="0" err="1"/>
              <a:t>inte</a:t>
            </a:r>
            <a:r>
              <a:rPr lang="en-US" sz="900" noProof="0" dirty="0"/>
              <a:t> vid </a:t>
            </a:r>
            <a:r>
              <a:rPr lang="en-US" sz="900" noProof="0" dirty="0" err="1"/>
              <a:t>utskrift</a:t>
            </a:r>
            <a:endParaRPr lang="en-US" sz="2800" noProof="0" dirty="0"/>
          </a:p>
        </p:txBody>
      </p:sp>
      <p:sp>
        <p:nvSpPr>
          <p:cNvPr id="60" name="textruta 4">
            <a:extLst>
              <a:ext uri="{FF2B5EF4-FFF2-40B4-BE49-F238E27FC236}">
                <a16:creationId xmlns:a16="http://schemas.microsoft.com/office/drawing/2014/main" id="{C98E915D-B70F-4A03-A607-E5491DB4F4F7}"/>
              </a:ext>
            </a:extLst>
          </p:cNvPr>
          <p:cNvSpPr txBox="1"/>
          <p:nvPr/>
        </p:nvSpPr>
        <p:spPr>
          <a:xfrm>
            <a:off x="623888" y="1193502"/>
            <a:ext cx="2592828" cy="169277"/>
          </a:xfrm>
          <a:prstGeom prst="rect">
            <a:avLst/>
          </a:prstGeom>
          <a:noFill/>
        </p:spPr>
        <p:txBody>
          <a:bodyPr wrap="square" lIns="0" tIns="0" rIns="0" bIns="0" rtlCol="0">
            <a:spAutoFit/>
          </a:bodyPr>
          <a:lstStyle/>
          <a:p>
            <a:r>
              <a:rPr lang="en-US" sz="1100" noProof="0" dirty="0">
                <a:solidFill>
                  <a:schemeClr val="tx2"/>
                </a:solidFill>
                <a:latin typeface="+mj-lt"/>
              </a:rPr>
              <a:t>HUR SKRIVER MAN ALTERNATIVTEXTER?</a:t>
            </a:r>
          </a:p>
        </p:txBody>
      </p:sp>
      <p:sp>
        <p:nvSpPr>
          <p:cNvPr id="14" name="textruta 4">
            <a:extLst>
              <a:ext uri="{FF2B5EF4-FFF2-40B4-BE49-F238E27FC236}">
                <a16:creationId xmlns:a16="http://schemas.microsoft.com/office/drawing/2014/main" id="{6089A623-199F-1850-1F4F-06B7CC5C177A}"/>
              </a:ext>
            </a:extLst>
          </p:cNvPr>
          <p:cNvSpPr txBox="1"/>
          <p:nvPr/>
        </p:nvSpPr>
        <p:spPr>
          <a:xfrm>
            <a:off x="6424172" y="1196975"/>
            <a:ext cx="2592828" cy="169277"/>
          </a:xfrm>
          <a:prstGeom prst="rect">
            <a:avLst/>
          </a:prstGeom>
          <a:noFill/>
        </p:spPr>
        <p:txBody>
          <a:bodyPr wrap="square" lIns="0" tIns="0" rIns="0" bIns="0" rtlCol="0">
            <a:spAutoFit/>
          </a:bodyPr>
          <a:lstStyle/>
          <a:p>
            <a:r>
              <a:rPr lang="en-US" sz="1100" noProof="0" dirty="0">
                <a:solidFill>
                  <a:schemeClr val="tx2"/>
                </a:solidFill>
                <a:latin typeface="+mj-lt"/>
              </a:rPr>
              <a:t>VIKTIGT ATT ALLA SIDOR HAR EN RUBRIK</a:t>
            </a:r>
          </a:p>
        </p:txBody>
      </p:sp>
      <p:sp>
        <p:nvSpPr>
          <p:cNvPr id="15" name="textruta 8">
            <a:extLst>
              <a:ext uri="{FF2B5EF4-FFF2-40B4-BE49-F238E27FC236}">
                <a16:creationId xmlns:a16="http://schemas.microsoft.com/office/drawing/2014/main" id="{532DF918-5E02-0DA6-B5F7-21775980724F}"/>
              </a:ext>
            </a:extLst>
          </p:cNvPr>
          <p:cNvSpPr txBox="1"/>
          <p:nvPr/>
        </p:nvSpPr>
        <p:spPr>
          <a:xfrm>
            <a:off x="6424172" y="1397630"/>
            <a:ext cx="4001990" cy="648531"/>
          </a:xfrm>
          <a:prstGeom prst="rect">
            <a:avLst/>
          </a:prstGeom>
          <a:noFill/>
        </p:spPr>
        <p:txBody>
          <a:bodyPr wrap="square" lIns="0" tIns="0" rIns="0" bIns="32659" rtlCol="0">
            <a:spAutoFit/>
          </a:bodyPr>
          <a:lstStyle/>
          <a:p>
            <a:r>
              <a:rPr lang="en-US" sz="1000" noProof="0" dirty="0">
                <a:solidFill>
                  <a:schemeClr val="tx2"/>
                </a:solidFill>
              </a:rPr>
              <a:t>För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presentationen</a:t>
            </a:r>
            <a:r>
              <a:rPr lang="en-US" sz="1000" noProof="0" dirty="0">
                <a:solidFill>
                  <a:schemeClr val="tx2"/>
                </a:solidFill>
              </a:rPr>
              <a:t> ska </a:t>
            </a:r>
            <a:r>
              <a:rPr lang="en-US" sz="1000" noProof="0" dirty="0" err="1">
                <a:solidFill>
                  <a:schemeClr val="tx2"/>
                </a:solidFill>
              </a:rPr>
              <a:t>vara</a:t>
            </a:r>
            <a:r>
              <a:rPr lang="en-US" sz="1000" noProof="0" dirty="0">
                <a:solidFill>
                  <a:schemeClr val="tx2"/>
                </a:solidFill>
              </a:rPr>
              <a:t> </a:t>
            </a:r>
            <a:r>
              <a:rPr lang="en-US" sz="1000" noProof="0" dirty="0" err="1">
                <a:solidFill>
                  <a:schemeClr val="tx2"/>
                </a:solidFill>
              </a:rPr>
              <a:t>så</a:t>
            </a:r>
            <a:r>
              <a:rPr lang="en-US" sz="1000" noProof="0" dirty="0">
                <a:solidFill>
                  <a:schemeClr val="tx2"/>
                </a:solidFill>
              </a:rPr>
              <a:t> </a:t>
            </a:r>
            <a:r>
              <a:rPr lang="en-US" sz="1000" noProof="0" dirty="0" err="1">
                <a:solidFill>
                  <a:schemeClr val="tx2"/>
                </a:solidFill>
              </a:rPr>
              <a:t>tillgänglighetsanpassad</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möjligt</a:t>
            </a:r>
            <a:r>
              <a:rPr lang="en-US" sz="1000" noProof="0" dirty="0">
                <a:solidFill>
                  <a:schemeClr val="tx2"/>
                </a:solidFill>
              </a:rPr>
              <a:t> </a:t>
            </a:r>
            <a:r>
              <a:rPr lang="en-US" sz="1000" noProof="0" dirty="0" err="1">
                <a:solidFill>
                  <a:schemeClr val="tx2"/>
                </a:solidFill>
              </a:rPr>
              <a:t>behöver</a:t>
            </a:r>
            <a:r>
              <a:rPr lang="en-US" sz="1000" noProof="0" dirty="0">
                <a:solidFill>
                  <a:schemeClr val="tx2"/>
                </a:solidFill>
              </a:rPr>
              <a:t> alla </a:t>
            </a:r>
            <a:r>
              <a:rPr lang="en-US" sz="1000" noProof="0" dirty="0" err="1">
                <a:solidFill>
                  <a:schemeClr val="tx2"/>
                </a:solidFill>
              </a:rPr>
              <a:t>sidor</a:t>
            </a:r>
            <a:r>
              <a:rPr lang="en-US" sz="1000" noProof="0" dirty="0">
                <a:solidFill>
                  <a:schemeClr val="tx2"/>
                </a:solidFill>
              </a:rPr>
              <a:t> ha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rubrik</a:t>
            </a:r>
            <a:r>
              <a:rPr lang="en-US" sz="1000" noProof="0" dirty="0">
                <a:solidFill>
                  <a:schemeClr val="tx2"/>
                </a:solidFill>
              </a:rPr>
              <a:t>.  </a:t>
            </a:r>
            <a:r>
              <a:rPr lang="en-US" sz="1000" noProof="0" dirty="0" err="1">
                <a:solidFill>
                  <a:schemeClr val="tx2"/>
                </a:solidFill>
              </a:rPr>
              <a:t>Även</a:t>
            </a:r>
            <a:r>
              <a:rPr lang="en-US" sz="1000" noProof="0" dirty="0">
                <a:solidFill>
                  <a:schemeClr val="tx2"/>
                </a:solidFill>
              </a:rPr>
              <a:t> om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specifik</a:t>
            </a:r>
            <a:r>
              <a:rPr lang="en-US" sz="1000" noProof="0" dirty="0">
                <a:solidFill>
                  <a:schemeClr val="tx2"/>
                </a:solidFill>
              </a:rPr>
              <a:t> </a:t>
            </a:r>
            <a:r>
              <a:rPr lang="en-US" sz="1000" noProof="0" dirty="0" err="1">
                <a:solidFill>
                  <a:schemeClr val="tx2"/>
                </a:solidFill>
              </a:rPr>
              <a:t>sida</a:t>
            </a:r>
            <a:r>
              <a:rPr lang="en-US" sz="1000" noProof="0" dirty="0">
                <a:solidFill>
                  <a:schemeClr val="tx2"/>
                </a:solidFill>
              </a:rPr>
              <a:t> </a:t>
            </a:r>
            <a:r>
              <a:rPr lang="en-US" sz="1000" noProof="0" dirty="0" err="1">
                <a:solidFill>
                  <a:schemeClr val="tx2"/>
                </a:solidFill>
              </a:rPr>
              <a:t>vanligtvis</a:t>
            </a:r>
            <a:r>
              <a:rPr lang="en-US" sz="1000" noProof="0" dirty="0">
                <a:solidFill>
                  <a:schemeClr val="tx2"/>
                </a:solidFill>
              </a:rPr>
              <a:t> </a:t>
            </a:r>
            <a:r>
              <a:rPr lang="en-US" sz="1000" noProof="0" dirty="0" err="1">
                <a:solidFill>
                  <a:schemeClr val="tx2"/>
                </a:solidFill>
              </a:rPr>
              <a:t>inte</a:t>
            </a:r>
            <a:r>
              <a:rPr lang="en-US" sz="1000" noProof="0" dirty="0">
                <a:solidFill>
                  <a:schemeClr val="tx2"/>
                </a:solidFill>
              </a:rPr>
              <a:t> </a:t>
            </a:r>
            <a:r>
              <a:rPr lang="en-US" sz="1000" noProof="0" dirty="0" err="1">
                <a:solidFill>
                  <a:schemeClr val="tx2"/>
                </a:solidFill>
              </a:rPr>
              <a:t>har</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synlig</a:t>
            </a:r>
            <a:r>
              <a:rPr lang="en-US" sz="1000" noProof="0" dirty="0">
                <a:solidFill>
                  <a:schemeClr val="tx2"/>
                </a:solidFill>
              </a:rPr>
              <a:t> </a:t>
            </a:r>
            <a:r>
              <a:rPr lang="en-US" sz="1000" noProof="0" dirty="0" err="1">
                <a:solidFill>
                  <a:schemeClr val="tx2"/>
                </a:solidFill>
              </a:rPr>
              <a:t>rubrik</a:t>
            </a:r>
            <a:r>
              <a:rPr lang="en-US" sz="1000" noProof="0" dirty="0">
                <a:solidFill>
                  <a:schemeClr val="tx2"/>
                </a:solidFill>
              </a:rPr>
              <a:t> (se </a:t>
            </a:r>
            <a:r>
              <a:rPr lang="en-US" sz="1000" noProof="0" dirty="0" err="1">
                <a:solidFill>
                  <a:schemeClr val="tx2"/>
                </a:solidFill>
              </a:rPr>
              <a:t>t.ex</a:t>
            </a:r>
            <a:r>
              <a:rPr lang="en-US" sz="1000" noProof="0" dirty="0">
                <a:solidFill>
                  <a:schemeClr val="tx2"/>
                </a:solidFill>
              </a:rPr>
              <a:t>. </a:t>
            </a:r>
            <a:r>
              <a:rPr lang="en-US" sz="1000" noProof="0" dirty="0" err="1">
                <a:solidFill>
                  <a:schemeClr val="tx2"/>
                </a:solidFill>
              </a:rPr>
              <a:t>layouten</a:t>
            </a:r>
            <a:r>
              <a:rPr lang="en-US" sz="1000" noProof="0" dirty="0">
                <a:solidFill>
                  <a:schemeClr val="tx2"/>
                </a:solidFill>
              </a:rPr>
              <a:t> ”Tom”) </a:t>
            </a:r>
            <a:r>
              <a:rPr lang="en-US" sz="1000" noProof="0" dirty="0" err="1">
                <a:solidFill>
                  <a:schemeClr val="tx2"/>
                </a:solidFill>
              </a:rPr>
              <a:t>så</a:t>
            </a:r>
            <a:r>
              <a:rPr lang="en-US" sz="1000" noProof="0" dirty="0">
                <a:solidFill>
                  <a:schemeClr val="tx2"/>
                </a:solidFill>
              </a:rPr>
              <a:t> ligger det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rubrikplatshållare</a:t>
            </a:r>
            <a:r>
              <a:rPr lang="en-US" sz="1000" noProof="0" dirty="0">
                <a:solidFill>
                  <a:schemeClr val="tx2"/>
                </a:solidFill>
              </a:rPr>
              <a:t> </a:t>
            </a:r>
            <a:r>
              <a:rPr lang="en-US" sz="1000" noProof="0" dirty="0" err="1">
                <a:solidFill>
                  <a:schemeClr val="tx2"/>
                </a:solidFill>
              </a:rPr>
              <a:t>utanför</a:t>
            </a:r>
            <a:r>
              <a:rPr lang="en-US" sz="1000" noProof="0" dirty="0">
                <a:solidFill>
                  <a:schemeClr val="tx2"/>
                </a:solidFill>
              </a:rPr>
              <a:t> </a:t>
            </a:r>
            <a:r>
              <a:rPr lang="en-US" sz="1000" noProof="0" dirty="0" err="1">
                <a:solidFill>
                  <a:schemeClr val="tx2"/>
                </a:solidFill>
              </a:rPr>
              <a:t>sidan</a:t>
            </a:r>
            <a:r>
              <a:rPr lang="en-US" sz="1000" noProof="0" dirty="0">
                <a:solidFill>
                  <a:schemeClr val="tx2"/>
                </a:solidFill>
              </a:rPr>
              <a:t> </a:t>
            </a:r>
            <a:r>
              <a:rPr lang="en-US" sz="1000" noProof="0" dirty="0" err="1">
                <a:solidFill>
                  <a:schemeClr val="tx2"/>
                </a:solidFill>
              </a:rPr>
              <a:t>där</a:t>
            </a:r>
            <a:r>
              <a:rPr lang="en-US" sz="1000" noProof="0" dirty="0">
                <a:solidFill>
                  <a:schemeClr val="tx2"/>
                </a:solidFill>
              </a:rPr>
              <a:t> du </a:t>
            </a:r>
            <a:r>
              <a:rPr lang="en-US" sz="1000" noProof="0" dirty="0" err="1">
                <a:solidFill>
                  <a:schemeClr val="tx2"/>
                </a:solidFill>
              </a:rPr>
              <a:t>bör</a:t>
            </a:r>
            <a:r>
              <a:rPr lang="en-US" sz="1000" noProof="0" dirty="0">
                <a:solidFill>
                  <a:schemeClr val="tx2"/>
                </a:solidFill>
              </a:rPr>
              <a:t> </a:t>
            </a:r>
            <a:r>
              <a:rPr lang="en-US" sz="1000" noProof="0" dirty="0" err="1">
                <a:solidFill>
                  <a:schemeClr val="tx2"/>
                </a:solidFill>
              </a:rPr>
              <a:t>fylla</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rubrik</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kort</a:t>
            </a:r>
            <a:r>
              <a:rPr lang="en-US" sz="1000" noProof="0" dirty="0">
                <a:solidFill>
                  <a:schemeClr val="tx2"/>
                </a:solidFill>
              </a:rPr>
              <a:t> </a:t>
            </a:r>
            <a:r>
              <a:rPr lang="en-US" sz="1000" noProof="0" dirty="0" err="1">
                <a:solidFill>
                  <a:schemeClr val="tx2"/>
                </a:solidFill>
              </a:rPr>
              <a:t>beskriver</a:t>
            </a:r>
            <a:r>
              <a:rPr lang="en-US" sz="1000" noProof="0" dirty="0">
                <a:solidFill>
                  <a:schemeClr val="tx2"/>
                </a:solidFill>
              </a:rPr>
              <a:t> </a:t>
            </a:r>
            <a:r>
              <a:rPr lang="en-US" sz="1000" noProof="0" dirty="0" err="1">
                <a:solidFill>
                  <a:schemeClr val="tx2"/>
                </a:solidFill>
              </a:rPr>
              <a:t>sidans</a:t>
            </a:r>
            <a:r>
              <a:rPr lang="en-US" sz="1000" noProof="0" dirty="0">
                <a:solidFill>
                  <a:schemeClr val="tx2"/>
                </a:solidFill>
              </a:rPr>
              <a:t> </a:t>
            </a:r>
            <a:r>
              <a:rPr lang="en-US" sz="1000" noProof="0" dirty="0" err="1">
                <a:solidFill>
                  <a:schemeClr val="tx2"/>
                </a:solidFill>
              </a:rPr>
              <a:t>innehåll</a:t>
            </a:r>
            <a:r>
              <a:rPr lang="en-US" sz="1000" noProof="0" dirty="0">
                <a:solidFill>
                  <a:schemeClr val="tx2"/>
                </a:solidFill>
              </a:rPr>
              <a:t>.</a:t>
            </a:r>
          </a:p>
        </p:txBody>
      </p:sp>
      <p:sp>
        <p:nvSpPr>
          <p:cNvPr id="16" name="textruta 4">
            <a:extLst>
              <a:ext uri="{FF2B5EF4-FFF2-40B4-BE49-F238E27FC236}">
                <a16:creationId xmlns:a16="http://schemas.microsoft.com/office/drawing/2014/main" id="{093D4830-61D2-B5DA-8AE4-2C2823CEE500}"/>
              </a:ext>
            </a:extLst>
          </p:cNvPr>
          <p:cNvSpPr txBox="1"/>
          <p:nvPr/>
        </p:nvSpPr>
        <p:spPr>
          <a:xfrm>
            <a:off x="6424172" y="2277770"/>
            <a:ext cx="2592828" cy="169277"/>
          </a:xfrm>
          <a:prstGeom prst="rect">
            <a:avLst/>
          </a:prstGeom>
          <a:noFill/>
        </p:spPr>
        <p:txBody>
          <a:bodyPr wrap="square" lIns="0" tIns="0" rIns="0" bIns="0" rtlCol="0">
            <a:spAutoFit/>
          </a:bodyPr>
          <a:lstStyle/>
          <a:p>
            <a:r>
              <a:rPr lang="en-US" sz="1100" noProof="0" dirty="0">
                <a:solidFill>
                  <a:schemeClr val="tx2"/>
                </a:solidFill>
                <a:latin typeface="+mj-lt"/>
              </a:rPr>
              <a:t>KONTROLLERA TILLGÄNGLIGHETEN</a:t>
            </a:r>
          </a:p>
        </p:txBody>
      </p:sp>
      <p:grpSp>
        <p:nvGrpSpPr>
          <p:cNvPr id="21" name="Grupp 20">
            <a:extLst>
              <a:ext uri="{FF2B5EF4-FFF2-40B4-BE49-F238E27FC236}">
                <a16:creationId xmlns:a16="http://schemas.microsoft.com/office/drawing/2014/main" id="{84DF7E2E-2042-9F6E-4034-175DA2081B33}"/>
              </a:ext>
            </a:extLst>
          </p:cNvPr>
          <p:cNvGrpSpPr/>
          <p:nvPr/>
        </p:nvGrpSpPr>
        <p:grpSpPr>
          <a:xfrm>
            <a:off x="623888" y="1397630"/>
            <a:ext cx="4390880" cy="4803515"/>
            <a:chOff x="623888" y="1397630"/>
            <a:chExt cx="4390880" cy="4803515"/>
          </a:xfrm>
        </p:grpSpPr>
        <p:sp>
          <p:nvSpPr>
            <p:cNvPr id="10" name="textruta 8">
              <a:extLst>
                <a:ext uri="{FF2B5EF4-FFF2-40B4-BE49-F238E27FC236}">
                  <a16:creationId xmlns:a16="http://schemas.microsoft.com/office/drawing/2014/main" id="{BC6C3F85-ECE9-7544-0AE2-B0CB76B1305A}"/>
                </a:ext>
              </a:extLst>
            </p:cNvPr>
            <p:cNvSpPr txBox="1"/>
            <p:nvPr/>
          </p:nvSpPr>
          <p:spPr>
            <a:xfrm>
              <a:off x="623888" y="1397630"/>
              <a:ext cx="4001990" cy="4803515"/>
            </a:xfrm>
            <a:prstGeom prst="rect">
              <a:avLst/>
            </a:prstGeom>
            <a:noFill/>
          </p:spPr>
          <p:txBody>
            <a:bodyPr wrap="square" lIns="0" tIns="0" rIns="0" bIns="32659" rtlCol="0">
              <a:spAutoFit/>
            </a:bodyPr>
            <a:lstStyle/>
            <a:p>
              <a:r>
                <a:rPr lang="en-US" sz="1000" noProof="0" dirty="0">
                  <a:solidFill>
                    <a:schemeClr val="tx2"/>
                  </a:solidFill>
                </a:rPr>
                <a:t>En </a:t>
              </a:r>
              <a:r>
                <a:rPr lang="en-US" sz="1000" noProof="0" dirty="0" err="1">
                  <a:solidFill>
                    <a:schemeClr val="tx2"/>
                  </a:solidFill>
                </a:rPr>
                <a:t>noggrant</a:t>
              </a:r>
              <a:r>
                <a:rPr lang="en-US" sz="1000" noProof="0" dirty="0">
                  <a:solidFill>
                    <a:schemeClr val="tx2"/>
                  </a:solidFill>
                </a:rPr>
                <a:t> </a:t>
              </a:r>
              <a:r>
                <a:rPr lang="en-US" sz="1000" noProof="0" dirty="0" err="1">
                  <a:solidFill>
                    <a:schemeClr val="tx2"/>
                  </a:solidFill>
                </a:rPr>
                <a:t>beskrivande</a:t>
              </a:r>
              <a:r>
                <a:rPr lang="en-US" sz="1000" noProof="0" dirty="0">
                  <a:solidFill>
                    <a:schemeClr val="tx2"/>
                  </a:solidFill>
                </a:rPr>
                <a:t> </a:t>
              </a:r>
              <a:r>
                <a:rPr lang="en-US" sz="1000" noProof="0" dirty="0" err="1">
                  <a:solidFill>
                    <a:schemeClr val="tx2"/>
                  </a:solidFill>
                </a:rPr>
                <a:t>alternativtext</a:t>
              </a:r>
              <a:r>
                <a:rPr lang="en-US" sz="1000" noProof="0" dirty="0">
                  <a:solidFill>
                    <a:schemeClr val="tx2"/>
                  </a:solidFill>
                </a:rPr>
                <a:t> </a:t>
              </a:r>
              <a:r>
                <a:rPr lang="en-US" sz="1000" noProof="0" dirty="0" err="1">
                  <a:solidFill>
                    <a:schemeClr val="tx2"/>
                  </a:solidFill>
                </a:rPr>
                <a:t>hjälper</a:t>
              </a:r>
              <a:r>
                <a:rPr lang="en-US" sz="1000" noProof="0" dirty="0">
                  <a:solidFill>
                    <a:schemeClr val="tx2"/>
                  </a:solidFill>
                </a:rPr>
                <a:t> </a:t>
              </a:r>
              <a:r>
                <a:rPr lang="en-US" sz="1000" noProof="0" dirty="0" err="1">
                  <a:solidFill>
                    <a:schemeClr val="tx2"/>
                  </a:solidFill>
                </a:rPr>
                <a:t>användare</a:t>
              </a:r>
              <a:r>
                <a:rPr lang="en-US" sz="1000" noProof="0" dirty="0">
                  <a:solidFill>
                    <a:schemeClr val="tx2"/>
                  </a:solidFill>
                </a:rPr>
                <a:t> med </a:t>
              </a:r>
              <a:r>
                <a:rPr lang="en-US" sz="1000" noProof="0" dirty="0" err="1">
                  <a:solidFill>
                    <a:schemeClr val="tx2"/>
                  </a:solidFill>
                </a:rPr>
                <a:t>synnedsättning</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förstå</a:t>
              </a:r>
              <a:r>
                <a:rPr lang="en-US" sz="1000" noProof="0" dirty="0">
                  <a:solidFill>
                    <a:schemeClr val="tx2"/>
                  </a:solidFill>
                </a:rPr>
                <a:t> och </a:t>
              </a:r>
              <a:r>
                <a:rPr lang="en-US" sz="1000" noProof="0" dirty="0" err="1">
                  <a:solidFill>
                    <a:schemeClr val="tx2"/>
                  </a:solidFill>
                </a:rPr>
                <a:t>tolka</a:t>
              </a:r>
              <a:r>
                <a:rPr lang="en-US" sz="1000" noProof="0" dirty="0">
                  <a:solidFill>
                    <a:schemeClr val="tx2"/>
                  </a:solidFill>
                </a:rPr>
                <a:t> </a:t>
              </a:r>
              <a:r>
                <a:rPr lang="en-US" sz="1000" noProof="0" dirty="0" err="1">
                  <a:solidFill>
                    <a:schemeClr val="tx2"/>
                  </a:solidFill>
                </a:rPr>
                <a:t>innehållet</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dina</a:t>
              </a:r>
              <a:r>
                <a:rPr lang="en-US" sz="1000" noProof="0" dirty="0">
                  <a:solidFill>
                    <a:schemeClr val="tx2"/>
                  </a:solidFill>
                </a:rPr>
                <a:t> </a:t>
              </a:r>
              <a:r>
                <a:rPr lang="en-US" sz="1000" noProof="0" dirty="0" err="1">
                  <a:solidFill>
                    <a:schemeClr val="tx2"/>
                  </a:solidFill>
                </a:rPr>
                <a:t>bilder</a:t>
              </a:r>
              <a:r>
                <a:rPr lang="en-US" sz="1000" noProof="0" dirty="0">
                  <a:solidFill>
                    <a:schemeClr val="tx2"/>
                  </a:solidFill>
                </a:rPr>
                <a:t>. </a:t>
              </a:r>
              <a:br>
                <a:rPr lang="en-US" sz="1000" noProof="0" dirty="0">
                  <a:solidFill>
                    <a:schemeClr val="tx2"/>
                  </a:solidFill>
                </a:rPr>
              </a:br>
              <a:endParaRPr lang="en-US" sz="1000" b="1" noProof="0" dirty="0">
                <a:solidFill>
                  <a:schemeClr val="tx2"/>
                </a:solidFill>
              </a:endParaRPr>
            </a:p>
            <a:p>
              <a:pPr marL="228600" indent="-228600">
                <a:buFont typeface="+mj-lt"/>
                <a:buAutoNum type="arabicPeriod"/>
              </a:pPr>
              <a:r>
                <a:rPr lang="en-US" sz="1000" b="1" noProof="0" dirty="0">
                  <a:solidFill>
                    <a:schemeClr val="tx2"/>
                  </a:solidFill>
                </a:rPr>
                <a:t>Markera </a:t>
              </a:r>
              <a:r>
                <a:rPr lang="en-US" sz="1000" b="1" noProof="0" dirty="0" err="1">
                  <a:solidFill>
                    <a:schemeClr val="tx2"/>
                  </a:solidFill>
                </a:rPr>
                <a:t>bilden</a:t>
              </a:r>
              <a:r>
                <a:rPr lang="en-US" sz="1000" b="1" noProof="0" dirty="0">
                  <a:solidFill>
                    <a:schemeClr val="tx2"/>
                  </a:solidFill>
                </a:rPr>
                <a:t>:</a:t>
              </a:r>
            </a:p>
            <a:p>
              <a:pPr marL="396000" lvl="1" indent="-171450">
                <a:buFont typeface="Arial" panose="020B0604020202020204" pitchFamily="34" charset="0"/>
                <a:buChar char="•"/>
              </a:pPr>
              <a:r>
                <a:rPr lang="en-US" sz="1000" noProof="0" dirty="0">
                  <a:solidFill>
                    <a:schemeClr val="tx2"/>
                  </a:solidFill>
                </a:rPr>
                <a:t>Klicka </a:t>
              </a:r>
              <a:r>
                <a:rPr lang="en-US" sz="1000" noProof="0" dirty="0" err="1">
                  <a:solidFill>
                    <a:schemeClr val="tx2"/>
                  </a:solidFill>
                </a:rPr>
                <a:t>på</a:t>
              </a:r>
              <a:r>
                <a:rPr lang="en-US" sz="1000" noProof="0" dirty="0">
                  <a:solidFill>
                    <a:schemeClr val="tx2"/>
                  </a:solidFill>
                </a:rPr>
                <a:t> den </a:t>
              </a:r>
              <a:r>
                <a:rPr lang="en-US" sz="1000" noProof="0" dirty="0" err="1">
                  <a:solidFill>
                    <a:schemeClr val="tx2"/>
                  </a:solidFill>
                </a:rPr>
                <a:t>infogade</a:t>
              </a:r>
              <a:r>
                <a:rPr lang="en-US" sz="1000" noProof="0" dirty="0">
                  <a:solidFill>
                    <a:schemeClr val="tx2"/>
                  </a:solidFill>
                </a:rPr>
                <a:t> </a:t>
              </a:r>
              <a:r>
                <a:rPr lang="en-US" sz="1000" noProof="0" dirty="0" err="1">
                  <a:solidFill>
                    <a:schemeClr val="tx2"/>
                  </a:solidFill>
                </a:rPr>
                <a:t>bilden</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PowerPoint-</a:t>
              </a:r>
              <a:r>
                <a:rPr lang="en-US" sz="1000" noProof="0" dirty="0" err="1">
                  <a:solidFill>
                    <a:schemeClr val="tx2"/>
                  </a:solidFill>
                </a:rPr>
                <a:t>dokumentet</a:t>
              </a:r>
              <a:r>
                <a:rPr lang="en-US" sz="1000" noProof="0" dirty="0">
                  <a:solidFill>
                    <a:schemeClr val="tx2"/>
                  </a:solidFill>
                </a:rPr>
                <a:t> för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markera</a:t>
              </a:r>
              <a:r>
                <a:rPr lang="en-US" sz="1000" noProof="0" dirty="0">
                  <a:solidFill>
                    <a:schemeClr val="tx2"/>
                  </a:solidFill>
                </a:rPr>
                <a:t> den.</a:t>
              </a:r>
              <a:br>
                <a:rPr lang="en-US" sz="1000" noProof="0" dirty="0">
                  <a:solidFill>
                    <a:schemeClr val="tx2"/>
                  </a:solidFill>
                </a:rPr>
              </a:br>
              <a:endParaRPr lang="en-US" sz="1000" noProof="0" dirty="0">
                <a:solidFill>
                  <a:schemeClr val="tx2"/>
                </a:solidFill>
              </a:endParaRPr>
            </a:p>
            <a:p>
              <a:pPr marL="228600" indent="-228600">
                <a:buFont typeface="+mj-lt"/>
                <a:buAutoNum type="arabicPeriod"/>
              </a:pPr>
              <a:r>
                <a:rPr lang="en-US" sz="1000" b="1" noProof="0" dirty="0" err="1">
                  <a:solidFill>
                    <a:schemeClr val="tx2"/>
                  </a:solidFill>
                </a:rPr>
                <a:t>Öppna</a:t>
              </a:r>
              <a:r>
                <a:rPr lang="en-US" sz="1000" b="1" noProof="0" dirty="0">
                  <a:solidFill>
                    <a:schemeClr val="tx2"/>
                  </a:solidFill>
                </a:rPr>
                <a:t> </a:t>
              </a:r>
              <a:r>
                <a:rPr lang="en-US" sz="1000" b="1" noProof="0" dirty="0" err="1">
                  <a:solidFill>
                    <a:schemeClr val="tx2"/>
                  </a:solidFill>
                </a:rPr>
                <a:t>alternativtextpanelen</a:t>
              </a:r>
              <a:r>
                <a:rPr lang="en-US" sz="1000" b="1" noProof="0" dirty="0">
                  <a:solidFill>
                    <a:schemeClr val="tx2"/>
                  </a:solidFill>
                </a:rPr>
                <a:t>: </a:t>
              </a:r>
              <a:br>
                <a:rPr lang="en-US" sz="1000" b="1" noProof="0" dirty="0">
                  <a:solidFill>
                    <a:schemeClr val="tx2"/>
                  </a:solidFill>
                </a:rPr>
              </a:br>
              <a:r>
                <a:rPr lang="en-US" sz="1000" b="1" noProof="0" dirty="0" err="1">
                  <a:solidFill>
                    <a:schemeClr val="tx2"/>
                  </a:solidFill>
                </a:rPr>
                <a:t>Alternativ</a:t>
              </a:r>
              <a:r>
                <a:rPr lang="en-US" sz="1000" b="1" noProof="0" dirty="0">
                  <a:solidFill>
                    <a:schemeClr val="tx2"/>
                  </a:solidFill>
                </a:rPr>
                <a:t> 1:</a:t>
              </a:r>
            </a:p>
            <a:p>
              <a:pPr marL="396000" lvl="1" indent="-171450">
                <a:buFont typeface="Arial" panose="020B0604020202020204" pitchFamily="34" charset="0"/>
                <a:buChar char="•"/>
              </a:pPr>
              <a:r>
                <a:rPr lang="en-US" sz="1000" noProof="0" dirty="0">
                  <a:solidFill>
                    <a:schemeClr val="tx2"/>
                  </a:solidFill>
                </a:rPr>
                <a:t>Högerklicka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bilden</a:t>
              </a:r>
              <a:r>
                <a:rPr lang="en-US" sz="1000" noProof="0" dirty="0">
                  <a:solidFill>
                    <a:schemeClr val="tx2"/>
                  </a:solidFill>
                </a:rPr>
                <a:t>.</a:t>
              </a:r>
            </a:p>
            <a:p>
              <a:pPr marL="396000" lvl="1" indent="-171450">
                <a:buFont typeface="Arial" panose="020B0604020202020204" pitchFamily="34" charset="0"/>
                <a:buChar char="•"/>
              </a:pPr>
              <a:r>
                <a:rPr lang="en-US" sz="1000" noProof="0" dirty="0" err="1">
                  <a:solidFill>
                    <a:schemeClr val="tx2"/>
                  </a:solidFill>
                </a:rPr>
                <a:t>Välj</a:t>
              </a:r>
              <a:r>
                <a:rPr lang="en-US" sz="1000" noProof="0" dirty="0">
                  <a:solidFill>
                    <a:schemeClr val="tx2"/>
                  </a:solidFill>
                </a:rPr>
                <a:t> </a:t>
              </a:r>
              <a:r>
                <a:rPr lang="en-US" sz="1000" i="1" noProof="0" dirty="0">
                  <a:solidFill>
                    <a:schemeClr val="tx2"/>
                  </a:solidFill>
                </a:rPr>
                <a:t>Visa </a:t>
              </a:r>
              <a:r>
                <a:rPr lang="en-US" sz="1000" i="1" noProof="0" dirty="0" err="1">
                  <a:solidFill>
                    <a:schemeClr val="tx2"/>
                  </a:solidFill>
                </a:rPr>
                <a:t>Alternativtext</a:t>
              </a:r>
              <a:r>
                <a:rPr lang="en-US" sz="1000" i="1" noProof="0" dirty="0">
                  <a:solidFill>
                    <a:schemeClr val="tx2"/>
                  </a:solidFill>
                </a:rPr>
                <a:t>...</a:t>
              </a:r>
            </a:p>
            <a:p>
              <a:pPr marL="224550" lvl="1"/>
              <a:br>
                <a:rPr lang="en-US" sz="1000" b="1" i="1" noProof="0" dirty="0">
                  <a:solidFill>
                    <a:schemeClr val="tx2"/>
                  </a:solidFill>
                </a:rPr>
              </a:br>
              <a:r>
                <a:rPr lang="en-US" sz="1000" b="1" noProof="0" dirty="0" err="1">
                  <a:solidFill>
                    <a:schemeClr val="tx2"/>
                  </a:solidFill>
                </a:rPr>
                <a:t>Alternativ</a:t>
              </a:r>
              <a:r>
                <a:rPr lang="en-US" sz="1000" b="1" noProof="0" dirty="0">
                  <a:solidFill>
                    <a:schemeClr val="tx2"/>
                  </a:solidFill>
                </a:rPr>
                <a:t> 2:</a:t>
              </a:r>
              <a:endParaRPr lang="en-US" sz="1000" noProof="0" dirty="0">
                <a:solidFill>
                  <a:schemeClr val="tx2"/>
                </a:solidFill>
              </a:endParaRPr>
            </a:p>
            <a:p>
              <a:pPr marL="396000" lvl="1" indent="-171450">
                <a:buFont typeface="Arial" panose="020B0604020202020204" pitchFamily="34" charset="0"/>
                <a:buChar char="•"/>
              </a:pPr>
              <a:r>
                <a:rPr lang="en-US" sz="1000" noProof="0" dirty="0" err="1">
                  <a:solidFill>
                    <a:schemeClr val="tx2"/>
                  </a:solidFill>
                </a:rPr>
                <a:t>Gå</a:t>
              </a:r>
              <a:r>
                <a:rPr lang="en-US" sz="1000" noProof="0" dirty="0">
                  <a:solidFill>
                    <a:schemeClr val="tx2"/>
                  </a:solidFill>
                </a:rPr>
                <a:t> till </a:t>
              </a:r>
              <a:r>
                <a:rPr lang="en-US" sz="1000" noProof="0" dirty="0" err="1">
                  <a:solidFill>
                    <a:schemeClr val="tx2"/>
                  </a:solidFill>
                </a:rPr>
                <a:t>fliken</a:t>
              </a:r>
              <a:r>
                <a:rPr lang="en-US" sz="1000" noProof="0" dirty="0">
                  <a:solidFill>
                    <a:schemeClr val="tx2"/>
                  </a:solidFill>
                </a:rPr>
                <a:t> </a:t>
              </a:r>
              <a:r>
                <a:rPr lang="en-US" sz="1000" i="1" noProof="0" dirty="0" err="1">
                  <a:solidFill>
                    <a:schemeClr val="tx2"/>
                  </a:solidFill>
                </a:rPr>
                <a:t>Bildformat</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visas </a:t>
              </a:r>
              <a:r>
                <a:rPr lang="en-US" sz="1000" noProof="0" dirty="0" err="1">
                  <a:solidFill>
                    <a:schemeClr val="tx2"/>
                  </a:solidFill>
                </a:rPr>
                <a:t>när</a:t>
              </a:r>
              <a:r>
                <a:rPr lang="en-US" sz="1000" noProof="0" dirty="0">
                  <a:solidFill>
                    <a:schemeClr val="tx2"/>
                  </a:solidFill>
                </a:rPr>
                <a:t> </a:t>
              </a:r>
              <a:r>
                <a:rPr lang="en-US" sz="1000" noProof="0" dirty="0" err="1">
                  <a:solidFill>
                    <a:schemeClr val="tx2"/>
                  </a:solidFill>
                </a:rPr>
                <a:t>bilden</a:t>
              </a:r>
              <a:r>
                <a:rPr lang="en-US" sz="1000" noProof="0" dirty="0">
                  <a:solidFill>
                    <a:schemeClr val="tx2"/>
                  </a:solidFill>
                </a:rPr>
                <a:t>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markerad</a:t>
              </a:r>
              <a:r>
                <a:rPr lang="en-US" sz="1000" noProof="0" dirty="0">
                  <a:solidFill>
                    <a:schemeClr val="tx2"/>
                  </a:solidFill>
                </a:rPr>
                <a:t>.</a:t>
              </a:r>
            </a:p>
            <a:p>
              <a:pPr marL="396000" lvl="1" indent="-171450">
                <a:buFont typeface="Arial" panose="020B0604020202020204" pitchFamily="34" charset="0"/>
                <a:buChar char="•"/>
              </a:pPr>
              <a:r>
                <a:rPr lang="en-US" sz="1000" noProof="0" dirty="0">
                  <a:solidFill>
                    <a:schemeClr val="tx2"/>
                  </a:solidFill>
                </a:rPr>
                <a:t>I </a:t>
              </a:r>
              <a:r>
                <a:rPr lang="en-US" sz="1000" noProof="0" dirty="0" err="1">
                  <a:solidFill>
                    <a:schemeClr val="tx2"/>
                  </a:solidFill>
                </a:rPr>
                <a:t>Bildformat-fliken</a:t>
              </a:r>
              <a:r>
                <a:rPr lang="en-US" sz="1000" noProof="0" dirty="0">
                  <a:solidFill>
                    <a:schemeClr val="tx2"/>
                  </a:solidFill>
                </a:rPr>
                <a:t>, </a:t>
              </a:r>
              <a:r>
                <a:rPr lang="en-US" sz="1000" noProof="0" dirty="0" err="1">
                  <a:solidFill>
                    <a:schemeClr val="tx2"/>
                  </a:solidFill>
                </a:rPr>
                <a:t>leta</a:t>
              </a:r>
              <a:r>
                <a:rPr lang="en-US" sz="1000" noProof="0" dirty="0">
                  <a:solidFill>
                    <a:schemeClr val="tx2"/>
                  </a:solidFill>
                </a:rPr>
                <a:t> </a:t>
              </a:r>
              <a:r>
                <a:rPr lang="en-US" sz="1000" noProof="0" dirty="0" err="1">
                  <a:solidFill>
                    <a:schemeClr val="tx2"/>
                  </a:solidFill>
                </a:rPr>
                <a:t>efter</a:t>
              </a:r>
              <a:r>
                <a:rPr lang="en-US" sz="1000" noProof="0" dirty="0">
                  <a:solidFill>
                    <a:schemeClr val="tx2"/>
                  </a:solidFill>
                </a:rPr>
                <a:t> </a:t>
              </a:r>
              <a:r>
                <a:rPr lang="en-US" sz="1000" i="1" noProof="0" dirty="0" err="1">
                  <a:solidFill>
                    <a:schemeClr val="tx2"/>
                  </a:solidFill>
                </a:rPr>
                <a:t>Alternativtext</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gruppen</a:t>
              </a:r>
              <a:r>
                <a:rPr lang="en-US" sz="1000" noProof="0" dirty="0">
                  <a:solidFill>
                    <a:schemeClr val="tx2"/>
                  </a:solidFill>
                </a:rPr>
                <a:t> </a:t>
              </a:r>
              <a:r>
                <a:rPr lang="en-US" sz="1000" i="1" noProof="0" dirty="0" err="1">
                  <a:solidFill>
                    <a:schemeClr val="tx2"/>
                  </a:solidFill>
                </a:rPr>
                <a:t>Hjälpmedel</a:t>
              </a:r>
              <a:r>
                <a:rPr lang="en-US" sz="1000" noProof="0" dirty="0">
                  <a:solidFill>
                    <a:schemeClr val="tx2"/>
                  </a:solidFill>
                </a:rPr>
                <a:t>.</a:t>
              </a:r>
            </a:p>
            <a:p>
              <a:pPr marL="224550" lvl="1"/>
              <a:endParaRPr lang="en-US" sz="1000" noProof="0" dirty="0">
                <a:solidFill>
                  <a:schemeClr val="tx2"/>
                </a:solidFill>
              </a:endParaRPr>
            </a:p>
            <a:p>
              <a:pPr marL="228600" indent="-228600">
                <a:buFont typeface="+mj-lt"/>
                <a:buAutoNum type="arabicPeriod"/>
              </a:pPr>
              <a:r>
                <a:rPr lang="en-US" sz="1000" b="1" noProof="0" dirty="0">
                  <a:solidFill>
                    <a:schemeClr val="tx2"/>
                  </a:solidFill>
                </a:rPr>
                <a:t>Skriv </a:t>
              </a:r>
              <a:r>
                <a:rPr lang="en-US" sz="1000" b="1" noProof="0" dirty="0" err="1">
                  <a:solidFill>
                    <a:schemeClr val="tx2"/>
                  </a:solidFill>
                </a:rPr>
                <a:t>alternativtext</a:t>
              </a:r>
              <a:r>
                <a:rPr lang="en-US" sz="1000" b="1" noProof="0" dirty="0">
                  <a:solidFill>
                    <a:schemeClr val="tx2"/>
                  </a:solidFill>
                </a:rPr>
                <a:t>:</a:t>
              </a:r>
              <a:endParaRPr lang="en-US" sz="1000" noProof="0" dirty="0">
                <a:solidFill>
                  <a:schemeClr val="tx2"/>
                </a:solidFill>
              </a:endParaRPr>
            </a:p>
            <a:p>
              <a:pPr marL="396000" lvl="1" indent="-171450">
                <a:buFont typeface="Arial" panose="020B0604020202020204" pitchFamily="34" charset="0"/>
                <a:buChar char="•"/>
              </a:pPr>
              <a:r>
                <a:rPr lang="en-US" sz="1000" noProof="0" dirty="0">
                  <a:solidFill>
                    <a:schemeClr val="tx2"/>
                  </a:solidFill>
                </a:rPr>
                <a:t>I </a:t>
              </a:r>
              <a:r>
                <a:rPr lang="en-US" sz="1000" i="1" noProof="0" dirty="0" err="1">
                  <a:solidFill>
                    <a:schemeClr val="tx2"/>
                  </a:solidFill>
                </a:rPr>
                <a:t>Alternativtext</a:t>
              </a:r>
              <a:r>
                <a:rPr lang="en-US" sz="1000" noProof="0" dirty="0" err="1">
                  <a:solidFill>
                    <a:schemeClr val="tx2"/>
                  </a:solidFill>
                </a:rPr>
                <a:t>-panelen</a:t>
              </a:r>
              <a:r>
                <a:rPr lang="en-US" sz="1000" noProof="0" dirty="0">
                  <a:solidFill>
                    <a:schemeClr val="tx2"/>
                  </a:solidFill>
                </a:rPr>
                <a:t>, </a:t>
              </a:r>
              <a:r>
                <a:rPr lang="en-US" sz="1000" noProof="0" dirty="0" err="1">
                  <a:solidFill>
                    <a:schemeClr val="tx2"/>
                  </a:solidFill>
                </a:rPr>
                <a:t>fyll</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beskrivande</a:t>
              </a:r>
              <a:r>
                <a:rPr lang="en-US" sz="1000" noProof="0" dirty="0">
                  <a:solidFill>
                    <a:schemeClr val="tx2"/>
                  </a:solidFill>
                </a:rPr>
                <a:t> text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fältet</a:t>
              </a:r>
              <a:r>
                <a:rPr lang="en-US" sz="1000" noProof="0" dirty="0">
                  <a:solidFill>
                    <a:schemeClr val="tx2"/>
                  </a:solidFill>
                </a:rPr>
                <a:t> för </a:t>
              </a:r>
              <a:r>
                <a:rPr lang="en-US" sz="1000" noProof="0" dirty="0" err="1">
                  <a:solidFill>
                    <a:schemeClr val="tx2"/>
                  </a:solidFill>
                </a:rPr>
                <a:t>alternativtext</a:t>
              </a:r>
              <a:r>
                <a:rPr lang="en-US" sz="1000" noProof="0" dirty="0">
                  <a:solidFill>
                    <a:schemeClr val="tx2"/>
                  </a:solidFill>
                </a:rPr>
                <a:t>.</a:t>
              </a:r>
            </a:p>
            <a:p>
              <a:pPr marL="396000" lvl="1" indent="-171450">
                <a:buFont typeface="Arial" panose="020B0604020202020204" pitchFamily="34" charset="0"/>
                <a:buChar char="•"/>
              </a:pPr>
              <a:r>
                <a:rPr lang="en-US" sz="1000" noProof="0" dirty="0" err="1">
                  <a:solidFill>
                    <a:schemeClr val="tx2"/>
                  </a:solidFill>
                </a:rPr>
                <a:t>Försök</a:t>
              </a:r>
              <a:r>
                <a:rPr lang="en-US" sz="1000" noProof="0" dirty="0">
                  <a:solidFill>
                    <a:schemeClr val="tx2"/>
                  </a:solidFill>
                </a:rPr>
                <a:t> </a:t>
              </a:r>
              <a:r>
                <a:rPr lang="en-US" sz="1000" noProof="0" dirty="0" err="1">
                  <a:solidFill>
                    <a:schemeClr val="tx2"/>
                  </a:solidFill>
                </a:rPr>
                <a:t>inkludera</a:t>
              </a:r>
              <a:r>
                <a:rPr lang="en-US" sz="1000" noProof="0" dirty="0">
                  <a:solidFill>
                    <a:schemeClr val="tx2"/>
                  </a:solidFill>
                </a:rPr>
                <a:t> </a:t>
              </a:r>
              <a:r>
                <a:rPr lang="en-US" sz="1000" noProof="0" dirty="0" err="1">
                  <a:solidFill>
                    <a:schemeClr val="tx2"/>
                  </a:solidFill>
                </a:rPr>
                <a:t>viktig</a:t>
              </a:r>
              <a:r>
                <a:rPr lang="en-US" sz="1000" noProof="0" dirty="0">
                  <a:solidFill>
                    <a:schemeClr val="tx2"/>
                  </a:solidFill>
                </a:rPr>
                <a:t> information </a:t>
              </a:r>
              <a:r>
                <a:rPr lang="en-US" sz="1000" noProof="0" dirty="0" err="1">
                  <a:solidFill>
                    <a:schemeClr val="tx2"/>
                  </a:solidFill>
                </a:rPr>
                <a:t>som</a:t>
              </a:r>
              <a:r>
                <a:rPr lang="en-US" sz="1000" noProof="0" dirty="0">
                  <a:solidFill>
                    <a:schemeClr val="tx2"/>
                  </a:solidFill>
                </a:rPr>
                <a:t> visas </a:t>
              </a:r>
              <a:r>
                <a:rPr lang="en-US" sz="1000" noProof="0" dirty="0" err="1">
                  <a:solidFill>
                    <a:schemeClr val="tx2"/>
                  </a:solidFill>
                </a:rPr>
                <a:t>på</a:t>
              </a:r>
              <a:r>
                <a:rPr lang="en-US" sz="1000" noProof="0" dirty="0">
                  <a:solidFill>
                    <a:schemeClr val="tx2"/>
                  </a:solidFill>
                </a:rPr>
                <a:t> </a:t>
              </a:r>
              <a:r>
                <a:rPr lang="en-US" sz="1000" noProof="0" dirty="0" err="1">
                  <a:solidFill>
                    <a:schemeClr val="tx2"/>
                  </a:solidFill>
                </a:rPr>
                <a:t>bilden</a:t>
              </a:r>
              <a:r>
                <a:rPr lang="en-US" sz="1000" noProof="0" dirty="0">
                  <a:solidFill>
                    <a:schemeClr val="tx2"/>
                  </a:solidFill>
                </a:rPr>
                <a:t> och </a:t>
              </a:r>
              <a:r>
                <a:rPr lang="en-US" sz="1000" noProof="0" dirty="0" err="1">
                  <a:solidFill>
                    <a:schemeClr val="tx2"/>
                  </a:solidFill>
                </a:rPr>
                <a:t>beskriv</a:t>
              </a:r>
              <a:r>
                <a:rPr lang="en-US" sz="1000" noProof="0" dirty="0">
                  <a:solidFill>
                    <a:schemeClr val="tx2"/>
                  </a:solidFill>
                </a:rPr>
                <a:t> </a:t>
              </a:r>
              <a:r>
                <a:rPr lang="en-US" sz="1000" noProof="0" dirty="0" err="1">
                  <a:solidFill>
                    <a:schemeClr val="tx2"/>
                  </a:solidFill>
                </a:rPr>
                <a:t>bildens</a:t>
              </a:r>
              <a:r>
                <a:rPr lang="en-US" sz="1000" noProof="0" dirty="0">
                  <a:solidFill>
                    <a:schemeClr val="tx2"/>
                  </a:solidFill>
                </a:rPr>
                <a:t> </a:t>
              </a:r>
              <a:r>
                <a:rPr lang="en-US" sz="1000" noProof="0" dirty="0" err="1">
                  <a:solidFill>
                    <a:schemeClr val="tx2"/>
                  </a:solidFill>
                </a:rPr>
                <a:t>syfte</a:t>
              </a:r>
              <a:r>
                <a:rPr lang="en-US" sz="1000" noProof="0" dirty="0">
                  <a:solidFill>
                    <a:schemeClr val="tx2"/>
                  </a:solidFill>
                </a:rPr>
                <a:t>.</a:t>
              </a:r>
            </a:p>
            <a:p>
              <a:pPr lvl="1"/>
              <a:endParaRPr lang="en-US" sz="1000" noProof="0" dirty="0">
                <a:solidFill>
                  <a:schemeClr val="tx2"/>
                </a:solidFill>
              </a:endParaRPr>
            </a:p>
            <a:p>
              <a:pPr marL="228600" indent="-228600">
                <a:buFont typeface="+mj-lt"/>
                <a:buAutoNum type="arabicPeriod"/>
              </a:pPr>
              <a:r>
                <a:rPr lang="en-US" sz="1000" b="1" noProof="0" dirty="0" err="1">
                  <a:solidFill>
                    <a:schemeClr val="tx2"/>
                  </a:solidFill>
                </a:rPr>
                <a:t>Upprepa</a:t>
              </a:r>
              <a:r>
                <a:rPr lang="en-US" sz="1000" b="1" noProof="0" dirty="0">
                  <a:solidFill>
                    <a:schemeClr val="tx2"/>
                  </a:solidFill>
                </a:rPr>
                <a:t> vid </a:t>
              </a:r>
              <a:r>
                <a:rPr lang="en-US" sz="1000" b="1" noProof="0" dirty="0" err="1">
                  <a:solidFill>
                    <a:schemeClr val="tx2"/>
                  </a:solidFill>
                </a:rPr>
                <a:t>behov</a:t>
              </a:r>
              <a:r>
                <a:rPr lang="en-US" sz="1000" b="1" noProof="0" dirty="0">
                  <a:solidFill>
                    <a:schemeClr val="tx2"/>
                  </a:solidFill>
                </a:rPr>
                <a:t>:</a:t>
              </a:r>
            </a:p>
            <a:p>
              <a:pPr marL="224550" lvl="1"/>
              <a:r>
                <a:rPr lang="en-US" sz="1000" noProof="0" dirty="0" err="1">
                  <a:solidFill>
                    <a:schemeClr val="tx2"/>
                  </a:solidFill>
                </a:rPr>
                <a:t>Upprepa</a:t>
              </a:r>
              <a:r>
                <a:rPr lang="en-US" sz="1000" noProof="0" dirty="0">
                  <a:solidFill>
                    <a:schemeClr val="tx2"/>
                  </a:solidFill>
                </a:rPr>
                <a:t> </a:t>
              </a:r>
              <a:r>
                <a:rPr lang="en-US" sz="1000" noProof="0" dirty="0" err="1">
                  <a:solidFill>
                    <a:schemeClr val="tx2"/>
                  </a:solidFill>
                </a:rPr>
                <a:t>processen</a:t>
              </a:r>
              <a:r>
                <a:rPr lang="en-US" sz="1000" noProof="0" dirty="0">
                  <a:solidFill>
                    <a:schemeClr val="tx2"/>
                  </a:solidFill>
                </a:rPr>
                <a:t> </a:t>
              </a:r>
              <a:r>
                <a:rPr lang="en-US" sz="1000" noProof="0" dirty="0" err="1">
                  <a:solidFill>
                    <a:schemeClr val="tx2"/>
                  </a:solidFill>
                </a:rPr>
                <a:t>ovan</a:t>
              </a:r>
              <a:r>
                <a:rPr lang="en-US" sz="1000" noProof="0" dirty="0">
                  <a:solidFill>
                    <a:schemeClr val="tx2"/>
                  </a:solidFill>
                </a:rPr>
                <a:t> för </a:t>
              </a:r>
              <a:r>
                <a:rPr lang="en-US" sz="1000" noProof="0" dirty="0" err="1">
                  <a:solidFill>
                    <a:schemeClr val="tx2"/>
                  </a:solidFill>
                </a:rPr>
                <a:t>varje</a:t>
              </a:r>
              <a:r>
                <a:rPr lang="en-US" sz="1000" noProof="0" dirty="0">
                  <a:solidFill>
                    <a:schemeClr val="tx2"/>
                  </a:solidFill>
                </a:rPr>
                <a:t> </a:t>
              </a:r>
              <a:r>
                <a:rPr lang="en-US" sz="1000" noProof="0" dirty="0" err="1">
                  <a:solidFill>
                    <a:schemeClr val="tx2"/>
                  </a:solidFill>
                </a:rPr>
                <a:t>bild</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du </a:t>
              </a:r>
              <a:r>
                <a:rPr lang="en-US" sz="1000" noProof="0" dirty="0" err="1">
                  <a:solidFill>
                    <a:schemeClr val="tx2"/>
                  </a:solidFill>
                </a:rPr>
                <a:t>vill</a:t>
              </a:r>
              <a:r>
                <a:rPr lang="en-US" sz="1000" noProof="0" dirty="0">
                  <a:solidFill>
                    <a:schemeClr val="tx2"/>
                  </a:solidFill>
                </a:rPr>
                <a:t> </a:t>
              </a:r>
              <a:r>
                <a:rPr lang="en-US" sz="1000" noProof="0" dirty="0" err="1">
                  <a:solidFill>
                    <a:schemeClr val="tx2"/>
                  </a:solidFill>
                </a:rPr>
                <a:t>göra</a:t>
              </a:r>
              <a:r>
                <a:rPr lang="en-US" sz="1000" noProof="0" dirty="0">
                  <a:solidFill>
                    <a:schemeClr val="tx2"/>
                  </a:solidFill>
                </a:rPr>
                <a:t> </a:t>
              </a:r>
              <a:r>
                <a:rPr lang="en-US" sz="1000" noProof="0" dirty="0" err="1">
                  <a:solidFill>
                    <a:schemeClr val="tx2"/>
                  </a:solidFill>
                </a:rPr>
                <a:t>tillgänglighetsanpassad</a:t>
              </a:r>
              <a:r>
                <a:rPr lang="en-US" sz="1000" noProof="0" dirty="0">
                  <a:solidFill>
                    <a:schemeClr val="tx2"/>
                  </a:solidFill>
                </a:rPr>
                <a:t>.</a:t>
              </a:r>
            </a:p>
            <a:p>
              <a:pPr marL="224550" lvl="1"/>
              <a:endParaRPr lang="en-US" sz="1000" noProof="0" dirty="0">
                <a:solidFill>
                  <a:schemeClr val="tx2"/>
                </a:solidFill>
              </a:endParaRPr>
            </a:p>
            <a:p>
              <a:pPr indent="-232650"/>
              <a:r>
                <a:rPr lang="en-US" sz="1000" noProof="0" dirty="0">
                  <a:solidFill>
                    <a:schemeClr val="tx2"/>
                  </a:solidFill>
                </a:rPr>
                <a:t>Det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också</a:t>
              </a:r>
              <a:r>
                <a:rPr lang="en-US" sz="1000" noProof="0" dirty="0">
                  <a:solidFill>
                    <a:schemeClr val="tx2"/>
                  </a:solidFill>
                </a:rPr>
                <a:t> </a:t>
              </a:r>
              <a:r>
                <a:rPr lang="en-US" sz="1000" noProof="0" dirty="0" err="1">
                  <a:solidFill>
                    <a:schemeClr val="tx2"/>
                  </a:solidFill>
                </a:rPr>
                <a:t>viktigt</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överväga</a:t>
              </a:r>
              <a:r>
                <a:rPr lang="en-US" sz="1000" noProof="0" dirty="0">
                  <a:solidFill>
                    <a:schemeClr val="tx2"/>
                  </a:solidFill>
                </a:rPr>
                <a:t> </a:t>
              </a:r>
              <a:r>
                <a:rPr lang="en-US" sz="1000" noProof="0" dirty="0" err="1">
                  <a:solidFill>
                    <a:schemeClr val="tx2"/>
                  </a:solidFill>
                </a:rPr>
                <a:t>andra</a:t>
              </a:r>
              <a:r>
                <a:rPr lang="en-US" sz="1000" noProof="0" dirty="0">
                  <a:solidFill>
                    <a:schemeClr val="tx2"/>
                  </a:solidFill>
                </a:rPr>
                <a:t> </a:t>
              </a:r>
              <a:r>
                <a:rPr lang="en-US" sz="1000" noProof="0" dirty="0" err="1">
                  <a:solidFill>
                    <a:schemeClr val="tx2"/>
                  </a:solidFill>
                </a:rPr>
                <a:t>tillgänglighetsaspekter</a:t>
              </a:r>
              <a:r>
                <a:rPr lang="en-US" sz="1000" noProof="0" dirty="0">
                  <a:solidFill>
                    <a:schemeClr val="tx2"/>
                  </a:solidFill>
                </a:rPr>
                <a:t>, </a:t>
              </a:r>
              <a:r>
                <a:rPr lang="en-US" sz="1000" noProof="0" dirty="0" err="1">
                  <a:solidFill>
                    <a:schemeClr val="tx2"/>
                  </a:solidFill>
                </a:rPr>
                <a:t>som</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använda</a:t>
              </a:r>
              <a:r>
                <a:rPr lang="en-US" sz="1000" noProof="0" dirty="0">
                  <a:solidFill>
                    <a:schemeClr val="tx2"/>
                  </a:solidFill>
                </a:rPr>
                <a:t> </a:t>
              </a:r>
              <a:r>
                <a:rPr lang="en-US" sz="1000" noProof="0" dirty="0" err="1">
                  <a:solidFill>
                    <a:schemeClr val="tx2"/>
                  </a:solidFill>
                </a:rPr>
                <a:t>enkla</a:t>
              </a:r>
              <a:r>
                <a:rPr lang="en-US" sz="1000" noProof="0" dirty="0">
                  <a:solidFill>
                    <a:schemeClr val="tx2"/>
                  </a:solidFill>
                </a:rPr>
                <a:t> och </a:t>
              </a:r>
              <a:r>
                <a:rPr lang="en-US" sz="1000" noProof="0" dirty="0" err="1">
                  <a:solidFill>
                    <a:schemeClr val="tx2"/>
                  </a:solidFill>
                </a:rPr>
                <a:t>tydliga</a:t>
              </a:r>
              <a:r>
                <a:rPr lang="en-US" sz="1000" noProof="0" dirty="0">
                  <a:solidFill>
                    <a:schemeClr val="tx2"/>
                  </a:solidFill>
                </a:rPr>
                <a:t> </a:t>
              </a:r>
              <a:r>
                <a:rPr lang="en-US" sz="1000" noProof="0" dirty="0" err="1">
                  <a:solidFill>
                    <a:schemeClr val="tx2"/>
                  </a:solidFill>
                </a:rPr>
                <a:t>färger</a:t>
              </a:r>
              <a:r>
                <a:rPr lang="en-US" sz="1000" noProof="0" dirty="0">
                  <a:solidFill>
                    <a:schemeClr val="tx2"/>
                  </a:solidFill>
                </a:rPr>
                <a:t> och </a:t>
              </a:r>
              <a:r>
                <a:rPr lang="en-US" sz="1000" noProof="0" dirty="0" err="1">
                  <a:solidFill>
                    <a:schemeClr val="tx2"/>
                  </a:solidFill>
                </a:rPr>
                <a:t>kontraster</a:t>
              </a:r>
              <a:r>
                <a:rPr lang="en-US" sz="1000" noProof="0" dirty="0">
                  <a:solidFill>
                    <a:schemeClr val="tx2"/>
                  </a:solidFill>
                </a:rPr>
                <a:t> </a:t>
              </a:r>
              <a:r>
                <a:rPr lang="en-US" sz="1000" noProof="0" dirty="0" err="1">
                  <a:solidFill>
                    <a:schemeClr val="tx2"/>
                  </a:solidFill>
                </a:rPr>
                <a:t>samt</a:t>
              </a:r>
              <a:r>
                <a:rPr lang="en-US" sz="1000" noProof="0" dirty="0">
                  <a:solidFill>
                    <a:schemeClr val="tx2"/>
                  </a:solidFill>
                </a:rPr>
                <a:t>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undvika</a:t>
              </a:r>
              <a:r>
                <a:rPr lang="en-US" sz="1000" noProof="0" dirty="0">
                  <a:solidFill>
                    <a:schemeClr val="tx2"/>
                  </a:solidFill>
                </a:rPr>
                <a:t> </a:t>
              </a:r>
              <a:r>
                <a:rPr lang="en-US" sz="1000" noProof="0" dirty="0" err="1">
                  <a:solidFill>
                    <a:schemeClr val="tx2"/>
                  </a:solidFill>
                </a:rPr>
                <a:t>överdriven</a:t>
              </a:r>
              <a:r>
                <a:rPr lang="en-US" sz="1000" noProof="0" dirty="0">
                  <a:solidFill>
                    <a:schemeClr val="tx2"/>
                  </a:solidFill>
                </a:rPr>
                <a:t> </a:t>
              </a:r>
              <a:r>
                <a:rPr lang="en-US" sz="1000" noProof="0" dirty="0" err="1">
                  <a:solidFill>
                    <a:schemeClr val="tx2"/>
                  </a:solidFill>
                </a:rPr>
                <a:t>användning</a:t>
              </a:r>
              <a:r>
                <a:rPr lang="en-US" sz="1000" noProof="0" dirty="0">
                  <a:solidFill>
                    <a:schemeClr val="tx2"/>
                  </a:solidFill>
                </a:rPr>
                <a:t> av text </a:t>
              </a:r>
              <a:r>
                <a:rPr lang="en-US" sz="1000" noProof="0" dirty="0" err="1">
                  <a:solidFill>
                    <a:schemeClr val="tx2"/>
                  </a:solidFill>
                </a:rPr>
                <a:t>i</a:t>
              </a:r>
              <a:r>
                <a:rPr lang="en-US" sz="1000" noProof="0" dirty="0">
                  <a:solidFill>
                    <a:schemeClr val="tx2"/>
                  </a:solidFill>
                </a:rPr>
                <a:t> </a:t>
              </a:r>
              <a:r>
                <a:rPr lang="en-US" sz="1000" noProof="0" dirty="0" err="1">
                  <a:solidFill>
                    <a:schemeClr val="tx2"/>
                  </a:solidFill>
                </a:rPr>
                <a:t>bilder</a:t>
              </a:r>
              <a:r>
                <a:rPr lang="en-US" sz="1000" noProof="0" dirty="0">
                  <a:solidFill>
                    <a:schemeClr val="tx2"/>
                  </a:solidFill>
                </a:rPr>
                <a:t>. </a:t>
              </a:r>
            </a:p>
            <a:p>
              <a:pPr marL="224550" lvl="1"/>
              <a:endParaRPr lang="en-US" sz="1000" noProof="0" dirty="0">
                <a:solidFill>
                  <a:schemeClr val="tx2"/>
                </a:solidFill>
              </a:endParaRPr>
            </a:p>
            <a:p>
              <a:endParaRPr lang="en-US" sz="1000" noProof="0" dirty="0">
                <a:solidFill>
                  <a:schemeClr val="tx2"/>
                </a:solidFill>
              </a:endParaRPr>
            </a:p>
          </p:txBody>
        </p:sp>
        <p:pic>
          <p:nvPicPr>
            <p:cNvPr id="4" name="Bildobjekt 3" descr="En bild som visar text, skärmbild, nummer, Teckensnitt&#10;&#10;Automatiskt genererad beskrivning">
              <a:extLst>
                <a:ext uri="{FF2B5EF4-FFF2-40B4-BE49-F238E27FC236}">
                  <a16:creationId xmlns:a16="http://schemas.microsoft.com/office/drawing/2014/main" id="{8FB98EF5-52EC-A69B-3A35-2CCC76648D22}"/>
                </a:ext>
              </a:extLst>
            </p:cNvPr>
            <p:cNvPicPr>
              <a:picLocks noChangeAspect="1"/>
            </p:cNvPicPr>
            <p:nvPr/>
          </p:nvPicPr>
          <p:blipFill rotWithShape="1">
            <a:blip r:embed="rId3">
              <a:extLst>
                <a:ext uri="{28A0092B-C50C-407E-A947-70E740481C1C}">
                  <a14:useLocalDpi xmlns:a14="http://schemas.microsoft.com/office/drawing/2010/main" val="0"/>
                </a:ext>
              </a:extLst>
            </a:blip>
            <a:srcRect t="69439"/>
            <a:stretch/>
          </p:blipFill>
          <p:spPr>
            <a:xfrm>
              <a:off x="3565108" y="2229205"/>
              <a:ext cx="1449660" cy="951340"/>
            </a:xfrm>
            <a:prstGeom prst="rect">
              <a:avLst/>
            </a:prstGeom>
          </p:spPr>
        </p:pic>
        <p:sp>
          <p:nvSpPr>
            <p:cNvPr id="9" name="Arc 15">
              <a:extLst>
                <a:ext uri="{FF2B5EF4-FFF2-40B4-BE49-F238E27FC236}">
                  <a16:creationId xmlns:a16="http://schemas.microsoft.com/office/drawing/2014/main" id="{6F4B277E-5DE5-8042-6AFF-25EDFAB0DE5E}"/>
                </a:ext>
              </a:extLst>
            </p:cNvPr>
            <p:cNvSpPr/>
            <p:nvPr/>
          </p:nvSpPr>
          <p:spPr>
            <a:xfrm rot="4256393" flipV="1">
              <a:off x="2607802" y="2098078"/>
              <a:ext cx="646302" cy="1213595"/>
            </a:xfrm>
            <a:prstGeom prst="arc">
              <a:avLst>
                <a:gd name="adj1" fmla="val 17172166"/>
                <a:gd name="adj2" fmla="val 3534399"/>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sp>
        <p:nvSpPr>
          <p:cNvPr id="17" name="textruta 8">
            <a:extLst>
              <a:ext uri="{FF2B5EF4-FFF2-40B4-BE49-F238E27FC236}">
                <a16:creationId xmlns:a16="http://schemas.microsoft.com/office/drawing/2014/main" id="{B00DB6F5-3484-ED42-BFF4-59042C593138}"/>
              </a:ext>
            </a:extLst>
          </p:cNvPr>
          <p:cNvSpPr txBox="1"/>
          <p:nvPr/>
        </p:nvSpPr>
        <p:spPr>
          <a:xfrm>
            <a:off x="6419850" y="2457556"/>
            <a:ext cx="4001990" cy="494643"/>
          </a:xfrm>
          <a:prstGeom prst="rect">
            <a:avLst/>
          </a:prstGeom>
          <a:noFill/>
        </p:spPr>
        <p:txBody>
          <a:bodyPr wrap="square" lIns="0" tIns="0" rIns="0" bIns="32659" rtlCol="0">
            <a:spAutoFit/>
          </a:bodyPr>
          <a:lstStyle/>
          <a:p>
            <a:r>
              <a:rPr lang="en-US" sz="1000" noProof="0" dirty="0" err="1">
                <a:solidFill>
                  <a:schemeClr val="tx2"/>
                </a:solidFill>
              </a:rPr>
              <a:t>När</a:t>
            </a:r>
            <a:r>
              <a:rPr lang="en-US" sz="1000" noProof="0" dirty="0">
                <a:solidFill>
                  <a:schemeClr val="tx2"/>
                </a:solidFill>
              </a:rPr>
              <a:t> </a:t>
            </a:r>
            <a:r>
              <a:rPr lang="en-US" sz="1000" noProof="0" dirty="0" err="1">
                <a:solidFill>
                  <a:schemeClr val="tx2"/>
                </a:solidFill>
              </a:rPr>
              <a:t>presentationen</a:t>
            </a:r>
            <a:r>
              <a:rPr lang="en-US" sz="1000" noProof="0" dirty="0">
                <a:solidFill>
                  <a:schemeClr val="tx2"/>
                </a:solidFill>
              </a:rPr>
              <a:t>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färdig</a:t>
            </a:r>
            <a:r>
              <a:rPr lang="en-US" sz="1000" noProof="0" dirty="0">
                <a:solidFill>
                  <a:schemeClr val="tx2"/>
                </a:solidFill>
              </a:rPr>
              <a:t> och du </a:t>
            </a:r>
            <a:r>
              <a:rPr lang="en-US" sz="1000" noProof="0" dirty="0" err="1">
                <a:solidFill>
                  <a:schemeClr val="tx2"/>
                </a:solidFill>
              </a:rPr>
              <a:t>vill</a:t>
            </a:r>
            <a:r>
              <a:rPr lang="en-US" sz="1000" noProof="0" dirty="0">
                <a:solidFill>
                  <a:schemeClr val="tx2"/>
                </a:solidFill>
              </a:rPr>
              <a:t> se </a:t>
            </a:r>
            <a:r>
              <a:rPr lang="en-US" sz="1000" noProof="0" dirty="0" err="1">
                <a:solidFill>
                  <a:schemeClr val="tx2"/>
                </a:solidFill>
              </a:rPr>
              <a:t>över</a:t>
            </a:r>
            <a:r>
              <a:rPr lang="en-US" sz="1000" noProof="0" dirty="0">
                <a:solidFill>
                  <a:schemeClr val="tx2"/>
                </a:solidFill>
              </a:rPr>
              <a:t> </a:t>
            </a:r>
            <a:r>
              <a:rPr lang="en-US" sz="1000" noProof="0" dirty="0" err="1">
                <a:solidFill>
                  <a:schemeClr val="tx2"/>
                </a:solidFill>
              </a:rPr>
              <a:t>tillgänglighetsanpassningen</a:t>
            </a:r>
            <a:r>
              <a:rPr lang="en-US" sz="1000" noProof="0" dirty="0">
                <a:solidFill>
                  <a:schemeClr val="tx2"/>
                </a:solidFill>
              </a:rPr>
              <a:t> </a:t>
            </a:r>
            <a:r>
              <a:rPr lang="en-US" sz="1000" noProof="0" dirty="0" err="1">
                <a:solidFill>
                  <a:schemeClr val="tx2"/>
                </a:solidFill>
              </a:rPr>
              <a:t>samt</a:t>
            </a:r>
            <a:r>
              <a:rPr lang="en-US" sz="1000" noProof="0" dirty="0">
                <a:solidFill>
                  <a:schemeClr val="tx2"/>
                </a:solidFill>
              </a:rPr>
              <a:t> </a:t>
            </a:r>
            <a:r>
              <a:rPr lang="en-US" sz="1000" noProof="0" dirty="0" err="1">
                <a:solidFill>
                  <a:schemeClr val="tx2"/>
                </a:solidFill>
              </a:rPr>
              <a:t>hur</a:t>
            </a:r>
            <a:r>
              <a:rPr lang="en-US" sz="1000" noProof="0" dirty="0">
                <a:solidFill>
                  <a:schemeClr val="tx2"/>
                </a:solidFill>
              </a:rPr>
              <a:t> du </a:t>
            </a:r>
            <a:r>
              <a:rPr lang="en-US" sz="1000" noProof="0" dirty="0" err="1">
                <a:solidFill>
                  <a:schemeClr val="tx2"/>
                </a:solidFill>
              </a:rPr>
              <a:t>kan</a:t>
            </a:r>
            <a:r>
              <a:rPr lang="en-US" sz="1000" noProof="0" dirty="0">
                <a:solidFill>
                  <a:schemeClr val="tx2"/>
                </a:solidFill>
              </a:rPr>
              <a:t> </a:t>
            </a:r>
            <a:r>
              <a:rPr lang="en-US" sz="1000" noProof="0" dirty="0" err="1">
                <a:solidFill>
                  <a:schemeClr val="tx2"/>
                </a:solidFill>
              </a:rPr>
              <a:t>förbättra</a:t>
            </a:r>
            <a:r>
              <a:rPr lang="en-US" sz="1000" noProof="0" dirty="0">
                <a:solidFill>
                  <a:schemeClr val="tx2"/>
                </a:solidFill>
              </a:rPr>
              <a:t> den </a:t>
            </a:r>
            <a:r>
              <a:rPr lang="en-US" sz="1000" noProof="0" dirty="0" err="1">
                <a:solidFill>
                  <a:schemeClr val="tx2"/>
                </a:solidFill>
              </a:rPr>
              <a:t>så</a:t>
            </a:r>
            <a:r>
              <a:rPr lang="en-US" sz="1000" noProof="0" dirty="0">
                <a:solidFill>
                  <a:schemeClr val="tx2"/>
                </a:solidFill>
              </a:rPr>
              <a:t> </a:t>
            </a:r>
            <a:r>
              <a:rPr lang="en-US" sz="1000" noProof="0" dirty="0" err="1">
                <a:solidFill>
                  <a:schemeClr val="tx2"/>
                </a:solidFill>
              </a:rPr>
              <a:t>kan</a:t>
            </a:r>
            <a:r>
              <a:rPr lang="en-US" sz="1000" noProof="0" dirty="0">
                <a:solidFill>
                  <a:schemeClr val="tx2"/>
                </a:solidFill>
              </a:rPr>
              <a:t> du </a:t>
            </a:r>
            <a:r>
              <a:rPr lang="en-US" sz="1000" noProof="0" dirty="0" err="1">
                <a:solidFill>
                  <a:schemeClr val="tx2"/>
                </a:solidFill>
              </a:rPr>
              <a:t>använda</a:t>
            </a:r>
            <a:r>
              <a:rPr lang="en-US" sz="1000" noProof="0" dirty="0">
                <a:solidFill>
                  <a:schemeClr val="tx2"/>
                </a:solidFill>
              </a:rPr>
              <a:t> PowerPoints </a:t>
            </a:r>
            <a:r>
              <a:rPr lang="en-US" sz="1000" noProof="0" dirty="0" err="1">
                <a:solidFill>
                  <a:schemeClr val="tx2"/>
                </a:solidFill>
              </a:rPr>
              <a:t>egna</a:t>
            </a:r>
            <a:r>
              <a:rPr lang="en-US" sz="1000" noProof="0" dirty="0">
                <a:solidFill>
                  <a:schemeClr val="tx2"/>
                </a:solidFill>
              </a:rPr>
              <a:t> </a:t>
            </a:r>
            <a:r>
              <a:rPr lang="en-US" sz="1000" noProof="0" dirty="0" err="1">
                <a:solidFill>
                  <a:schemeClr val="tx2"/>
                </a:solidFill>
              </a:rPr>
              <a:t>verktyg</a:t>
            </a:r>
            <a:r>
              <a:rPr lang="en-US" sz="1000" noProof="0" dirty="0">
                <a:solidFill>
                  <a:schemeClr val="tx2"/>
                </a:solidFill>
              </a:rPr>
              <a:t> under </a:t>
            </a:r>
            <a:r>
              <a:rPr lang="en-US" sz="1000" noProof="0" dirty="0" err="1">
                <a:solidFill>
                  <a:schemeClr val="tx2"/>
                </a:solidFill>
              </a:rPr>
              <a:t>fliken</a:t>
            </a:r>
            <a:r>
              <a:rPr lang="en-US" sz="1000" noProof="0" dirty="0">
                <a:solidFill>
                  <a:schemeClr val="tx2"/>
                </a:solidFill>
              </a:rPr>
              <a:t> </a:t>
            </a:r>
            <a:r>
              <a:rPr lang="en-US" sz="1000" i="1" noProof="0" dirty="0" err="1">
                <a:solidFill>
                  <a:schemeClr val="tx2"/>
                </a:solidFill>
              </a:rPr>
              <a:t>Granska</a:t>
            </a:r>
            <a:r>
              <a:rPr lang="en-US" sz="1000" noProof="0" dirty="0">
                <a:solidFill>
                  <a:schemeClr val="tx2"/>
                </a:solidFill>
              </a:rPr>
              <a:t> -&gt; </a:t>
            </a:r>
            <a:r>
              <a:rPr lang="en-US" sz="1000" i="1" noProof="0" dirty="0" err="1">
                <a:solidFill>
                  <a:schemeClr val="tx2"/>
                </a:solidFill>
              </a:rPr>
              <a:t>Kontrollera</a:t>
            </a:r>
            <a:r>
              <a:rPr lang="en-US" sz="1000" i="1" noProof="0" dirty="0">
                <a:solidFill>
                  <a:schemeClr val="tx2"/>
                </a:solidFill>
              </a:rPr>
              <a:t> </a:t>
            </a:r>
            <a:r>
              <a:rPr lang="en-US" sz="1000" i="1" noProof="0" dirty="0" err="1">
                <a:solidFill>
                  <a:schemeClr val="tx2"/>
                </a:solidFill>
              </a:rPr>
              <a:t>tillgängligheten</a:t>
            </a:r>
            <a:r>
              <a:rPr lang="en-US" sz="1000" noProof="0" dirty="0">
                <a:solidFill>
                  <a:schemeClr val="tx2"/>
                </a:solidFill>
              </a:rPr>
              <a:t>.</a:t>
            </a:r>
          </a:p>
        </p:txBody>
      </p:sp>
      <p:sp>
        <p:nvSpPr>
          <p:cNvPr id="18" name="textruta 4">
            <a:extLst>
              <a:ext uri="{FF2B5EF4-FFF2-40B4-BE49-F238E27FC236}">
                <a16:creationId xmlns:a16="http://schemas.microsoft.com/office/drawing/2014/main" id="{2888B009-00CF-6FBF-E8AF-4DB37F0435D5}"/>
              </a:ext>
            </a:extLst>
          </p:cNvPr>
          <p:cNvSpPr txBox="1"/>
          <p:nvPr/>
        </p:nvSpPr>
        <p:spPr>
          <a:xfrm>
            <a:off x="6424172" y="3184530"/>
            <a:ext cx="3558028" cy="169277"/>
          </a:xfrm>
          <a:prstGeom prst="rect">
            <a:avLst/>
          </a:prstGeom>
          <a:noFill/>
        </p:spPr>
        <p:txBody>
          <a:bodyPr wrap="square" lIns="0" tIns="0" rIns="0" bIns="0" rtlCol="0">
            <a:spAutoFit/>
          </a:bodyPr>
          <a:lstStyle/>
          <a:p>
            <a:r>
              <a:rPr lang="en-US" sz="1100" noProof="0" dirty="0">
                <a:solidFill>
                  <a:schemeClr val="tx2"/>
                </a:solidFill>
                <a:latin typeface="+mj-lt"/>
              </a:rPr>
              <a:t>SPARA UT EN TILLGÄNGLIGHETSANPASSAD PDF</a:t>
            </a:r>
          </a:p>
        </p:txBody>
      </p:sp>
      <p:sp>
        <p:nvSpPr>
          <p:cNvPr id="19" name="textruta 8">
            <a:extLst>
              <a:ext uri="{FF2B5EF4-FFF2-40B4-BE49-F238E27FC236}">
                <a16:creationId xmlns:a16="http://schemas.microsoft.com/office/drawing/2014/main" id="{A6C7A8F1-07E8-4F69-C0DC-8A61CB1127CE}"/>
              </a:ext>
            </a:extLst>
          </p:cNvPr>
          <p:cNvSpPr txBox="1"/>
          <p:nvPr/>
        </p:nvSpPr>
        <p:spPr>
          <a:xfrm>
            <a:off x="6424172" y="3369098"/>
            <a:ext cx="4001990" cy="956308"/>
          </a:xfrm>
          <a:prstGeom prst="rect">
            <a:avLst/>
          </a:prstGeom>
          <a:noFill/>
        </p:spPr>
        <p:txBody>
          <a:bodyPr wrap="square" lIns="0" tIns="0" rIns="0" bIns="32659" rtlCol="0">
            <a:spAutoFit/>
          </a:bodyPr>
          <a:lstStyle/>
          <a:p>
            <a:r>
              <a:rPr lang="en-US" sz="1000" noProof="0" dirty="0">
                <a:solidFill>
                  <a:schemeClr val="tx2"/>
                </a:solidFill>
              </a:rPr>
              <a:t>För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spara</a:t>
            </a:r>
            <a:r>
              <a:rPr lang="en-US" sz="1000" noProof="0" dirty="0">
                <a:solidFill>
                  <a:schemeClr val="tx2"/>
                </a:solidFill>
              </a:rPr>
              <a:t> </a:t>
            </a:r>
            <a:r>
              <a:rPr lang="en-US" sz="1000" noProof="0" dirty="0" err="1">
                <a:solidFill>
                  <a:schemeClr val="tx2"/>
                </a:solidFill>
              </a:rPr>
              <a:t>ut</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a:t>
            </a:r>
            <a:r>
              <a:rPr lang="en-US" sz="1000" noProof="0" dirty="0" err="1">
                <a:solidFill>
                  <a:schemeClr val="tx2"/>
                </a:solidFill>
              </a:rPr>
              <a:t>tillgänglighetsanpassad</a:t>
            </a:r>
            <a:r>
              <a:rPr lang="en-US" sz="1000" noProof="0" dirty="0">
                <a:solidFill>
                  <a:schemeClr val="tx2"/>
                </a:solidFill>
              </a:rPr>
              <a:t> pdf, </a:t>
            </a:r>
            <a:r>
              <a:rPr lang="en-US" sz="1000" noProof="0" dirty="0" err="1">
                <a:solidFill>
                  <a:schemeClr val="tx2"/>
                </a:solidFill>
              </a:rPr>
              <a:t>välj</a:t>
            </a:r>
            <a:r>
              <a:rPr lang="en-US" sz="1000" noProof="0" dirty="0">
                <a:solidFill>
                  <a:schemeClr val="tx2"/>
                </a:solidFill>
              </a:rPr>
              <a:t> </a:t>
            </a:r>
            <a:r>
              <a:rPr lang="en-US" sz="1000" i="1" noProof="0" dirty="0" err="1">
                <a:solidFill>
                  <a:schemeClr val="tx2"/>
                </a:solidFill>
              </a:rPr>
              <a:t>Arkiv</a:t>
            </a:r>
            <a:r>
              <a:rPr lang="en-US" sz="1000" noProof="0" dirty="0">
                <a:solidFill>
                  <a:schemeClr val="tx2"/>
                </a:solidFill>
              </a:rPr>
              <a:t> -&gt; </a:t>
            </a:r>
            <a:r>
              <a:rPr lang="en-US" sz="1000" i="1" noProof="0" dirty="0">
                <a:solidFill>
                  <a:schemeClr val="tx2"/>
                </a:solidFill>
              </a:rPr>
              <a:t>Spara </a:t>
            </a:r>
            <a:r>
              <a:rPr lang="en-US" sz="1000" i="1" noProof="0" dirty="0" err="1">
                <a:solidFill>
                  <a:schemeClr val="tx2"/>
                </a:solidFill>
              </a:rPr>
              <a:t>som</a:t>
            </a:r>
            <a:r>
              <a:rPr lang="en-US" sz="1000" i="1" noProof="0" dirty="0">
                <a:solidFill>
                  <a:schemeClr val="tx2"/>
                </a:solidFill>
              </a:rPr>
              <a:t> </a:t>
            </a:r>
            <a:r>
              <a:rPr lang="en-US" sz="1000" noProof="0" dirty="0">
                <a:solidFill>
                  <a:schemeClr val="tx2"/>
                </a:solidFill>
              </a:rPr>
              <a:t>-&gt; </a:t>
            </a:r>
            <a:r>
              <a:rPr lang="en-US" sz="1000" i="1" noProof="0" dirty="0">
                <a:solidFill>
                  <a:schemeClr val="tx2"/>
                </a:solidFill>
              </a:rPr>
              <a:t>Fler </a:t>
            </a:r>
            <a:r>
              <a:rPr lang="en-US" sz="1000" i="1" noProof="0" dirty="0" err="1">
                <a:solidFill>
                  <a:schemeClr val="tx2"/>
                </a:solidFill>
              </a:rPr>
              <a:t>alternativ</a:t>
            </a:r>
            <a:r>
              <a:rPr lang="en-US" sz="1000" i="1" noProof="0" dirty="0">
                <a:solidFill>
                  <a:schemeClr val="tx2"/>
                </a:solidFill>
              </a:rPr>
              <a:t> </a:t>
            </a:r>
            <a:r>
              <a:rPr lang="en-US" sz="1000" noProof="0" dirty="0">
                <a:solidFill>
                  <a:schemeClr val="tx2"/>
                </a:solidFill>
              </a:rPr>
              <a:t>-&gt; </a:t>
            </a:r>
            <a:r>
              <a:rPr lang="en-US" sz="1000" i="1" noProof="0" dirty="0" err="1">
                <a:solidFill>
                  <a:schemeClr val="tx2"/>
                </a:solidFill>
              </a:rPr>
              <a:t>Filformat</a:t>
            </a:r>
            <a:r>
              <a:rPr lang="en-US" sz="1000" i="1" noProof="0" dirty="0">
                <a:solidFill>
                  <a:schemeClr val="tx2"/>
                </a:solidFill>
              </a:rPr>
              <a:t>: PDF </a:t>
            </a:r>
            <a:r>
              <a:rPr lang="en-US" sz="1000" noProof="0" dirty="0">
                <a:solidFill>
                  <a:schemeClr val="tx2"/>
                </a:solidFill>
              </a:rPr>
              <a:t>-&gt; </a:t>
            </a:r>
            <a:r>
              <a:rPr lang="en-US" sz="1000" i="1" noProof="0" dirty="0" err="1">
                <a:solidFill>
                  <a:schemeClr val="tx2"/>
                </a:solidFill>
              </a:rPr>
              <a:t>Alternativ</a:t>
            </a:r>
            <a:r>
              <a:rPr lang="en-US" sz="1000" noProof="0" dirty="0">
                <a:solidFill>
                  <a:schemeClr val="tx2"/>
                </a:solidFill>
              </a:rPr>
              <a:t> och se till </a:t>
            </a:r>
            <a:r>
              <a:rPr lang="en-US" sz="1000" noProof="0" dirty="0" err="1">
                <a:solidFill>
                  <a:schemeClr val="tx2"/>
                </a:solidFill>
              </a:rPr>
              <a:t>att</a:t>
            </a:r>
            <a:r>
              <a:rPr lang="en-US" sz="1000" noProof="0" dirty="0">
                <a:solidFill>
                  <a:schemeClr val="tx2"/>
                </a:solidFill>
              </a:rPr>
              <a:t> </a:t>
            </a:r>
            <a:r>
              <a:rPr lang="en-US" sz="1000" i="1" noProof="0" dirty="0" err="1">
                <a:solidFill>
                  <a:schemeClr val="tx2"/>
                </a:solidFill>
              </a:rPr>
              <a:t>Dokumentegenskaper</a:t>
            </a:r>
            <a:r>
              <a:rPr lang="en-US" sz="1000" noProof="0" dirty="0">
                <a:solidFill>
                  <a:schemeClr val="tx2"/>
                </a:solidFill>
              </a:rPr>
              <a:t> och </a:t>
            </a:r>
            <a:r>
              <a:rPr lang="en-US" sz="1000" i="1" noProof="0" dirty="0">
                <a:solidFill>
                  <a:schemeClr val="tx2"/>
                </a:solidFill>
              </a:rPr>
              <a:t>Visa </a:t>
            </a:r>
            <a:r>
              <a:rPr lang="en-US" sz="1000" i="1" noProof="0" dirty="0" err="1">
                <a:solidFill>
                  <a:schemeClr val="tx2"/>
                </a:solidFill>
              </a:rPr>
              <a:t>taggar</a:t>
            </a:r>
            <a:r>
              <a:rPr lang="en-US" sz="1000" i="1" noProof="0" dirty="0">
                <a:solidFill>
                  <a:schemeClr val="tx2"/>
                </a:solidFill>
              </a:rPr>
              <a:t> för </a:t>
            </a:r>
            <a:r>
              <a:rPr lang="en-US" sz="1000" i="1" noProof="0" dirty="0" err="1">
                <a:solidFill>
                  <a:schemeClr val="tx2"/>
                </a:solidFill>
              </a:rPr>
              <a:t>dokumentstruktur</a:t>
            </a:r>
            <a:r>
              <a:rPr lang="en-US" sz="1000" noProof="0" dirty="0">
                <a:solidFill>
                  <a:schemeClr val="tx2"/>
                </a:solidFill>
              </a:rPr>
              <a:t> </a:t>
            </a:r>
            <a:r>
              <a:rPr lang="en-US" sz="1000" noProof="0" dirty="0" err="1">
                <a:solidFill>
                  <a:schemeClr val="tx2"/>
                </a:solidFill>
              </a:rPr>
              <a:t>är</a:t>
            </a:r>
            <a:r>
              <a:rPr lang="en-US" sz="1000" noProof="0" dirty="0">
                <a:solidFill>
                  <a:schemeClr val="tx2"/>
                </a:solidFill>
              </a:rPr>
              <a:t> </a:t>
            </a:r>
            <a:r>
              <a:rPr lang="en-US" sz="1000" noProof="0" dirty="0" err="1">
                <a:solidFill>
                  <a:schemeClr val="tx2"/>
                </a:solidFill>
              </a:rPr>
              <a:t>ikryssade</a:t>
            </a:r>
            <a:r>
              <a:rPr lang="en-US" sz="1000" noProof="0" dirty="0">
                <a:solidFill>
                  <a:schemeClr val="tx2"/>
                </a:solidFill>
              </a:rPr>
              <a:t>.</a:t>
            </a:r>
          </a:p>
          <a:p>
            <a:r>
              <a:rPr lang="en-US" sz="1000" noProof="0" dirty="0">
                <a:solidFill>
                  <a:schemeClr val="tx2"/>
                </a:solidFill>
              </a:rPr>
              <a:t>Klicka OK och </a:t>
            </a:r>
            <a:r>
              <a:rPr lang="en-US" sz="1000" noProof="0" dirty="0" err="1">
                <a:solidFill>
                  <a:schemeClr val="tx2"/>
                </a:solidFill>
              </a:rPr>
              <a:t>spara</a:t>
            </a:r>
            <a:r>
              <a:rPr lang="en-US" sz="1000" noProof="0" dirty="0">
                <a:solidFill>
                  <a:schemeClr val="tx2"/>
                </a:solidFill>
              </a:rPr>
              <a:t> </a:t>
            </a:r>
            <a:r>
              <a:rPr lang="en-US" sz="1000" noProof="0" dirty="0" err="1">
                <a:solidFill>
                  <a:schemeClr val="tx2"/>
                </a:solidFill>
              </a:rPr>
              <a:t>pdf:en</a:t>
            </a:r>
            <a:r>
              <a:rPr lang="en-US" sz="1000" noProof="0" dirty="0">
                <a:solidFill>
                  <a:schemeClr val="tx2"/>
                </a:solidFill>
              </a:rPr>
              <a:t>.</a:t>
            </a:r>
            <a:br>
              <a:rPr lang="en-US" sz="1000" noProof="0" dirty="0">
                <a:solidFill>
                  <a:schemeClr val="tx2"/>
                </a:solidFill>
              </a:rPr>
            </a:br>
            <a:br>
              <a:rPr lang="en-US" sz="1000" noProof="0" dirty="0">
                <a:solidFill>
                  <a:schemeClr val="tx2"/>
                </a:solidFill>
              </a:rPr>
            </a:br>
            <a:endParaRPr lang="en-US" sz="1000" noProof="0" dirty="0">
              <a:solidFill>
                <a:schemeClr val="tx2"/>
              </a:solidFill>
            </a:endParaRPr>
          </a:p>
        </p:txBody>
      </p:sp>
      <p:pic>
        <p:nvPicPr>
          <p:cNvPr id="23" name="Bildobjekt 22" descr="En bild som visar text, skärmbild, programvara, Datorikon&#10;&#10;Automatiskt genererad beskrivning">
            <a:extLst>
              <a:ext uri="{FF2B5EF4-FFF2-40B4-BE49-F238E27FC236}">
                <a16:creationId xmlns:a16="http://schemas.microsoft.com/office/drawing/2014/main" id="{F25FAF75-BD17-02A7-487F-C90E33B5D3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9850" y="4433085"/>
            <a:ext cx="2791883" cy="1809708"/>
          </a:xfrm>
          <a:prstGeom prst="rect">
            <a:avLst/>
          </a:prstGeom>
        </p:spPr>
      </p:pic>
      <p:sp>
        <p:nvSpPr>
          <p:cNvPr id="24" name="Arc 15">
            <a:extLst>
              <a:ext uri="{FF2B5EF4-FFF2-40B4-BE49-F238E27FC236}">
                <a16:creationId xmlns:a16="http://schemas.microsoft.com/office/drawing/2014/main" id="{12F0357E-4BDA-3FE2-CCB8-930A03DF51AA}"/>
              </a:ext>
            </a:extLst>
          </p:cNvPr>
          <p:cNvSpPr/>
          <p:nvPr/>
        </p:nvSpPr>
        <p:spPr>
          <a:xfrm rot="20136314">
            <a:off x="7533879" y="3918116"/>
            <a:ext cx="704475" cy="831200"/>
          </a:xfrm>
          <a:prstGeom prst="arc">
            <a:avLst>
              <a:gd name="adj1" fmla="val 17800471"/>
              <a:gd name="adj2" fmla="val 1684595"/>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25" name="Rak pilkoppling 47">
            <a:extLst>
              <a:ext uri="{FF2B5EF4-FFF2-40B4-BE49-F238E27FC236}">
                <a16:creationId xmlns:a16="http://schemas.microsoft.com/office/drawing/2014/main" id="{C2551A28-D215-D30E-4C0F-C4AEA58753BF}"/>
              </a:ext>
            </a:extLst>
          </p:cNvPr>
          <p:cNvCxnSpPr>
            <a:cxnSpLocks/>
          </p:cNvCxnSpPr>
          <p:nvPr/>
        </p:nvCxnSpPr>
        <p:spPr>
          <a:xfrm>
            <a:off x="-15119" y="370652"/>
            <a:ext cx="366811" cy="0"/>
          </a:xfrm>
          <a:prstGeom prst="straightConnector1">
            <a:avLst/>
          </a:prstGeom>
          <a:ln w="9525" cap="rnd">
            <a:solidFill>
              <a:schemeClr val="tx2"/>
            </a:solidFill>
            <a:round/>
            <a:tailEnd type="arrow"/>
          </a:ln>
        </p:spPr>
        <p:style>
          <a:lnRef idx="1">
            <a:schemeClr val="accent1"/>
          </a:lnRef>
          <a:fillRef idx="0">
            <a:schemeClr val="accent1"/>
          </a:fillRef>
          <a:effectRef idx="0">
            <a:schemeClr val="accent1"/>
          </a:effectRef>
          <a:fontRef idx="minor">
            <a:schemeClr val="tx1"/>
          </a:fontRef>
        </p:style>
      </p:cxnSp>
      <p:sp>
        <p:nvSpPr>
          <p:cNvPr id="5" name="textruta 4">
            <a:extLst>
              <a:ext uri="{FF2B5EF4-FFF2-40B4-BE49-F238E27FC236}">
                <a16:creationId xmlns:a16="http://schemas.microsoft.com/office/drawing/2014/main" id="{1414B289-F173-8B9A-FF37-CE9CCFDC8D82}"/>
              </a:ext>
            </a:extLst>
          </p:cNvPr>
          <p:cNvSpPr txBox="1"/>
          <p:nvPr/>
        </p:nvSpPr>
        <p:spPr>
          <a:xfrm>
            <a:off x="9269532" y="4365161"/>
            <a:ext cx="2308419" cy="553998"/>
          </a:xfrm>
          <a:prstGeom prst="rect">
            <a:avLst/>
          </a:prstGeom>
          <a:noFill/>
        </p:spPr>
        <p:txBody>
          <a:bodyPr wrap="square">
            <a:spAutoFit/>
          </a:bodyPr>
          <a:lstStyle/>
          <a:p>
            <a:r>
              <a:rPr lang="en-US" sz="1000" noProof="0" dirty="0">
                <a:solidFill>
                  <a:schemeClr val="tx2"/>
                </a:solidFill>
              </a:rPr>
              <a:t>OBS! För </a:t>
            </a:r>
            <a:r>
              <a:rPr lang="en-US" sz="1000" noProof="0" dirty="0" err="1">
                <a:solidFill>
                  <a:schemeClr val="tx2"/>
                </a:solidFill>
              </a:rPr>
              <a:t>att</a:t>
            </a:r>
            <a:r>
              <a:rPr lang="en-US" sz="1000" noProof="0" dirty="0">
                <a:solidFill>
                  <a:schemeClr val="tx2"/>
                </a:solidFill>
              </a:rPr>
              <a:t> </a:t>
            </a:r>
            <a:r>
              <a:rPr lang="en-US" sz="1000" noProof="0" dirty="0" err="1">
                <a:solidFill>
                  <a:schemeClr val="tx2"/>
                </a:solidFill>
              </a:rPr>
              <a:t>en</a:t>
            </a:r>
            <a:r>
              <a:rPr lang="en-US" sz="1000" noProof="0" dirty="0">
                <a:solidFill>
                  <a:schemeClr val="tx2"/>
                </a:solidFill>
              </a:rPr>
              <a:t> PDF ska </a:t>
            </a:r>
            <a:r>
              <a:rPr lang="en-US" sz="1000" noProof="0" dirty="0" err="1">
                <a:solidFill>
                  <a:schemeClr val="tx2"/>
                </a:solidFill>
              </a:rPr>
              <a:t>bli</a:t>
            </a:r>
            <a:r>
              <a:rPr lang="en-US" sz="1000" noProof="0" dirty="0">
                <a:solidFill>
                  <a:schemeClr val="tx2"/>
                </a:solidFill>
              </a:rPr>
              <a:t> </a:t>
            </a:r>
            <a:r>
              <a:rPr lang="en-US" sz="1000" noProof="0" dirty="0" err="1">
                <a:solidFill>
                  <a:schemeClr val="tx2"/>
                </a:solidFill>
              </a:rPr>
              <a:t>fullständigt</a:t>
            </a:r>
            <a:r>
              <a:rPr lang="en-US" sz="1000" noProof="0" dirty="0">
                <a:solidFill>
                  <a:schemeClr val="tx2"/>
                </a:solidFill>
              </a:rPr>
              <a:t> </a:t>
            </a:r>
            <a:r>
              <a:rPr lang="en-US" sz="1000" noProof="0" dirty="0" err="1">
                <a:solidFill>
                  <a:schemeClr val="tx2"/>
                </a:solidFill>
              </a:rPr>
              <a:t>tillgänglighetsanpassad</a:t>
            </a:r>
            <a:r>
              <a:rPr lang="en-US" sz="1000" noProof="0" dirty="0">
                <a:solidFill>
                  <a:schemeClr val="tx2"/>
                </a:solidFill>
              </a:rPr>
              <a:t> </a:t>
            </a:r>
            <a:r>
              <a:rPr lang="en-US" sz="1000" noProof="0" dirty="0" err="1">
                <a:solidFill>
                  <a:schemeClr val="tx2"/>
                </a:solidFill>
              </a:rPr>
              <a:t>krävs</a:t>
            </a:r>
            <a:r>
              <a:rPr lang="en-US" sz="1000" noProof="0" dirty="0">
                <a:solidFill>
                  <a:schemeClr val="tx2"/>
                </a:solidFill>
              </a:rPr>
              <a:t> </a:t>
            </a:r>
            <a:r>
              <a:rPr lang="en-US" sz="1000" noProof="0" dirty="0" err="1">
                <a:solidFill>
                  <a:schemeClr val="tx2"/>
                </a:solidFill>
              </a:rPr>
              <a:t>nästan</a:t>
            </a:r>
            <a:r>
              <a:rPr lang="en-US" sz="1000" noProof="0" dirty="0">
                <a:solidFill>
                  <a:schemeClr val="tx2"/>
                </a:solidFill>
              </a:rPr>
              <a:t> </a:t>
            </a:r>
            <a:r>
              <a:rPr lang="en-US" sz="1000" noProof="0" dirty="0" err="1">
                <a:solidFill>
                  <a:schemeClr val="tx2"/>
                </a:solidFill>
              </a:rPr>
              <a:t>alltid</a:t>
            </a:r>
            <a:r>
              <a:rPr lang="en-US" sz="1000" noProof="0" dirty="0">
                <a:solidFill>
                  <a:schemeClr val="tx2"/>
                </a:solidFill>
              </a:rPr>
              <a:t> lite </a:t>
            </a:r>
            <a:r>
              <a:rPr lang="en-US" sz="1000" noProof="0" dirty="0" err="1">
                <a:solidFill>
                  <a:schemeClr val="tx2"/>
                </a:solidFill>
              </a:rPr>
              <a:t>efterarbete</a:t>
            </a:r>
            <a:r>
              <a:rPr lang="en-US" sz="1000" noProof="0" dirty="0">
                <a:solidFill>
                  <a:schemeClr val="tx2"/>
                </a:solidFill>
              </a:rPr>
              <a:t> </a:t>
            </a:r>
            <a:r>
              <a:rPr lang="en-US" sz="1000" noProof="0" dirty="0" err="1">
                <a:solidFill>
                  <a:schemeClr val="tx2"/>
                </a:solidFill>
              </a:rPr>
              <a:t>i</a:t>
            </a:r>
            <a:r>
              <a:rPr lang="en-US" sz="1000" noProof="0" dirty="0">
                <a:solidFill>
                  <a:schemeClr val="tx2"/>
                </a:solidFill>
              </a:rPr>
              <a:t> PDF-</a:t>
            </a:r>
            <a:r>
              <a:rPr lang="en-US" sz="1000" noProof="0" dirty="0" err="1">
                <a:solidFill>
                  <a:schemeClr val="tx2"/>
                </a:solidFill>
              </a:rPr>
              <a:t>filen</a:t>
            </a:r>
            <a:r>
              <a:rPr lang="en-US" sz="1000" noProof="0" dirty="0">
                <a:solidFill>
                  <a:schemeClr val="tx2"/>
                </a:solidFill>
              </a:rPr>
              <a:t>.</a:t>
            </a:r>
            <a:endParaRPr lang="en-US" sz="1000" noProof="0" dirty="0"/>
          </a:p>
        </p:txBody>
      </p:sp>
      <p:pic>
        <p:nvPicPr>
          <p:cNvPr id="7" name="Bildobjekt 6" descr="En bild som visar text, Teckensnitt, linje, diagram&#10;&#10;Automatiskt genererad beskrivning">
            <a:extLst>
              <a:ext uri="{FF2B5EF4-FFF2-40B4-BE49-F238E27FC236}">
                <a16:creationId xmlns:a16="http://schemas.microsoft.com/office/drawing/2014/main" id="{1F74F920-DF49-68F8-2BC8-C006435D12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696" y="3566605"/>
            <a:ext cx="1314450" cy="1067536"/>
          </a:xfrm>
          <a:prstGeom prst="rect">
            <a:avLst/>
          </a:prstGeom>
        </p:spPr>
      </p:pic>
      <p:sp>
        <p:nvSpPr>
          <p:cNvPr id="8" name="Arc 15">
            <a:extLst>
              <a:ext uri="{FF2B5EF4-FFF2-40B4-BE49-F238E27FC236}">
                <a16:creationId xmlns:a16="http://schemas.microsoft.com/office/drawing/2014/main" id="{F31054A4-E816-5879-B532-A16C26551FFA}"/>
              </a:ext>
            </a:extLst>
          </p:cNvPr>
          <p:cNvSpPr/>
          <p:nvPr/>
        </p:nvSpPr>
        <p:spPr>
          <a:xfrm rot="17781278">
            <a:off x="4171468" y="3315080"/>
            <a:ext cx="788916" cy="831200"/>
          </a:xfrm>
          <a:prstGeom prst="arc">
            <a:avLst>
              <a:gd name="adj1" fmla="val 17172166"/>
              <a:gd name="adj2" fmla="val 1684595"/>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Tree>
    <p:extLst>
      <p:ext uri="{BB962C8B-B14F-4D97-AF65-F5344CB8AC3E}">
        <p14:creationId xmlns:p14="http://schemas.microsoft.com/office/powerpoint/2010/main" val="4136787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4">
            <a:extLst>
              <a:ext uri="{FF2B5EF4-FFF2-40B4-BE49-F238E27FC236}">
                <a16:creationId xmlns:a16="http://schemas.microsoft.com/office/drawing/2014/main" id="{3DB4383A-EF4D-3E59-03ED-B6FB59F70D1F}"/>
              </a:ext>
            </a:extLst>
          </p:cNvPr>
          <p:cNvSpPr>
            <a:spLocks noGrp="1"/>
          </p:cNvSpPr>
          <p:nvPr>
            <p:ph type="ctrTitle"/>
          </p:nvPr>
        </p:nvSpPr>
        <p:spPr/>
        <p:txBody>
          <a:bodyPr/>
          <a:lstStyle/>
          <a:p>
            <a:r>
              <a:rPr lang="en-US" noProof="0" dirty="0"/>
              <a:t>Sepsis survival prediction</a:t>
            </a:r>
          </a:p>
        </p:txBody>
      </p:sp>
      <p:sp>
        <p:nvSpPr>
          <p:cNvPr id="6" name="Underrubrik 5">
            <a:extLst>
              <a:ext uri="{FF2B5EF4-FFF2-40B4-BE49-F238E27FC236}">
                <a16:creationId xmlns:a16="http://schemas.microsoft.com/office/drawing/2014/main" id="{9AF223CE-94DD-7626-0F39-20EB2FBE185F}"/>
              </a:ext>
            </a:extLst>
          </p:cNvPr>
          <p:cNvSpPr>
            <a:spLocks noGrp="1"/>
          </p:cNvSpPr>
          <p:nvPr>
            <p:ph type="subTitle" idx="1"/>
          </p:nvPr>
        </p:nvSpPr>
        <p:spPr/>
        <p:txBody>
          <a:bodyPr/>
          <a:lstStyle/>
          <a:p>
            <a:r>
              <a:rPr lang="en-US" noProof="0" dirty="0"/>
              <a:t>A healthcare use case across four decision-making families</a:t>
            </a:r>
          </a:p>
        </p:txBody>
      </p:sp>
      <p:sp>
        <p:nvSpPr>
          <p:cNvPr id="4" name="Platshållare för sidfot 3">
            <a:extLst>
              <a:ext uri="{FF2B5EF4-FFF2-40B4-BE49-F238E27FC236}">
                <a16:creationId xmlns:a16="http://schemas.microsoft.com/office/drawing/2014/main" id="{466BE1BD-B3BE-6989-DB0F-DA6A6DE2CD93}"/>
              </a:ext>
            </a:extLst>
          </p:cNvPr>
          <p:cNvSpPr>
            <a:spLocks noGrp="1"/>
          </p:cNvSpPr>
          <p:nvPr>
            <p:ph type="ftr" sz="quarter" idx="11"/>
          </p:nvPr>
        </p:nvSpPr>
        <p:spPr/>
        <p:txBody>
          <a:bodyPr/>
          <a:lstStyle/>
          <a:p>
            <a:r>
              <a:rPr lang="en-US" noProof="0" dirty="0"/>
              <a:t>PROHI HT2026 · Group 2 · Seminar 28 September 2026</a:t>
            </a:r>
          </a:p>
        </p:txBody>
      </p:sp>
    </p:spTree>
    <p:extLst>
      <p:ext uri="{BB962C8B-B14F-4D97-AF65-F5344CB8AC3E}">
        <p14:creationId xmlns:p14="http://schemas.microsoft.com/office/powerpoint/2010/main" val="284844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2CF50AC-9062-A7BA-906A-3898FD77B61F}"/>
              </a:ext>
            </a:extLst>
          </p:cNvPr>
          <p:cNvSpPr>
            <a:spLocks noGrp="1"/>
          </p:cNvSpPr>
          <p:nvPr>
            <p:ph type="title"/>
          </p:nvPr>
        </p:nvSpPr>
        <p:spPr/>
        <p:txBody>
          <a:bodyPr/>
          <a:lstStyle/>
          <a:p>
            <a:r>
              <a:rPr lang="en-US" noProof="0" dirty="0"/>
              <a:t>Sepsis survival</a:t>
            </a:r>
          </a:p>
        </p:txBody>
      </p:sp>
      <p:sp>
        <p:nvSpPr>
          <p:cNvPr id="3" name="Platshållare för innehåll 2">
            <a:extLst>
              <a:ext uri="{FF2B5EF4-FFF2-40B4-BE49-F238E27FC236}">
                <a16:creationId xmlns:a16="http://schemas.microsoft.com/office/drawing/2014/main" id="{F97F047F-E204-30AF-F814-40C9C2E735CA}"/>
              </a:ext>
            </a:extLst>
          </p:cNvPr>
          <p:cNvSpPr>
            <a:spLocks noGrp="1"/>
          </p:cNvSpPr>
          <p:nvPr>
            <p:ph idx="1"/>
          </p:nvPr>
        </p:nvSpPr>
        <p:spPr/>
        <p:txBody>
          <a:bodyPr/>
          <a:lstStyle/>
          <a:p>
            <a:r>
              <a:rPr lang="en-US" noProof="0" dirty="0"/>
              <a:t>Literature</a:t>
            </a:r>
          </a:p>
          <a:p>
            <a:r>
              <a:rPr lang="en-US" noProof="0" dirty="0"/>
              <a:t>Why it matters (importance)</a:t>
            </a:r>
          </a:p>
          <a:p>
            <a:r>
              <a:rPr lang="en-US" noProof="0" dirty="0"/>
              <a:t>What to investigate or findings to expect</a:t>
            </a:r>
          </a:p>
          <a:p>
            <a:pPr lvl="1"/>
            <a:r>
              <a:rPr lang="en-US" noProof="0" dirty="0"/>
              <a:t>Descriptive</a:t>
            </a:r>
          </a:p>
          <a:p>
            <a:pPr lvl="1"/>
            <a:r>
              <a:rPr lang="en-US" noProof="0" dirty="0"/>
              <a:t>Diagnostic</a:t>
            </a:r>
          </a:p>
          <a:p>
            <a:pPr lvl="1"/>
            <a:r>
              <a:rPr lang="en-US" noProof="0" dirty="0"/>
              <a:t>Predictive</a:t>
            </a:r>
          </a:p>
          <a:p>
            <a:pPr lvl="1"/>
            <a:r>
              <a:rPr lang="en-US" noProof="0" dirty="0"/>
              <a:t>Prescriptive</a:t>
            </a:r>
          </a:p>
        </p:txBody>
      </p:sp>
      <p:sp>
        <p:nvSpPr>
          <p:cNvPr id="5" name="Platshållare för sidfot 4">
            <a:extLst>
              <a:ext uri="{FF2B5EF4-FFF2-40B4-BE49-F238E27FC236}">
                <a16:creationId xmlns:a16="http://schemas.microsoft.com/office/drawing/2014/main" id="{172BB727-1624-321F-AEB2-8A4B2F2FE75B}"/>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2472410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19959-98AE-4ED9-CB7D-ECC55515700C}"/>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38AB31D2-71EB-D99E-8488-0431DB0579CA}"/>
              </a:ext>
            </a:extLst>
          </p:cNvPr>
          <p:cNvSpPr>
            <a:spLocks noGrp="1"/>
          </p:cNvSpPr>
          <p:nvPr>
            <p:ph idx="1"/>
          </p:nvPr>
        </p:nvSpPr>
        <p:spPr/>
        <p:txBody>
          <a:bodyPr/>
          <a:lstStyle/>
          <a:p>
            <a:r>
              <a:rPr lang="en-US" dirty="0"/>
              <a:t>Sepsis is a life-threatening reaction to an infection that causes the immune system to harm healthy tissues and organs.</a:t>
            </a:r>
          </a:p>
        </p:txBody>
      </p:sp>
      <p:sp>
        <p:nvSpPr>
          <p:cNvPr id="4" name="Footer Placeholder 3">
            <a:extLst>
              <a:ext uri="{FF2B5EF4-FFF2-40B4-BE49-F238E27FC236}">
                <a16:creationId xmlns:a16="http://schemas.microsoft.com/office/drawing/2014/main" id="{3C66DECD-F9F9-B315-4F36-92197B328C9C}"/>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2837697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9A64-7672-D317-6520-0A301426C47C}"/>
              </a:ext>
            </a:extLst>
          </p:cNvPr>
          <p:cNvSpPr>
            <a:spLocks noGrp="1"/>
          </p:cNvSpPr>
          <p:nvPr>
            <p:ph type="title"/>
          </p:nvPr>
        </p:nvSpPr>
        <p:spPr/>
        <p:txBody>
          <a:bodyPr/>
          <a:lstStyle/>
          <a:p>
            <a:r>
              <a:rPr lang="en-US" dirty="0"/>
              <a:t>Epidemiology</a:t>
            </a:r>
          </a:p>
        </p:txBody>
      </p:sp>
      <p:sp>
        <p:nvSpPr>
          <p:cNvPr id="3" name="Content Placeholder 2">
            <a:extLst>
              <a:ext uri="{FF2B5EF4-FFF2-40B4-BE49-F238E27FC236}">
                <a16:creationId xmlns:a16="http://schemas.microsoft.com/office/drawing/2014/main" id="{ECFE30EB-3BA5-4C9C-56F7-2139DEC2E7F2}"/>
              </a:ext>
            </a:extLst>
          </p:cNvPr>
          <p:cNvSpPr>
            <a:spLocks noGrp="1"/>
          </p:cNvSpPr>
          <p:nvPr>
            <p:ph idx="1"/>
          </p:nvPr>
        </p:nvSpPr>
        <p:spPr/>
        <p:txBody>
          <a:bodyPr/>
          <a:lstStyle/>
          <a:p>
            <a:r>
              <a:rPr lang="en-US" sz="1800" dirty="0"/>
              <a:t>In 2021, an estimated 166 million sepsis cases occurred globally (95% uncertainty interval 135–201 million), with 21.4 million deaths (20.3–22.5 million)—31.5% of all global deaths [2].</a:t>
            </a:r>
          </a:p>
          <a:p>
            <a:r>
              <a:rPr lang="en-US" sz="1800" dirty="0"/>
              <a:t>In the United States, about 1 in 5 adults and 1 in 10 children with sepsis die in hospital or are discharged to hospice [3].</a:t>
            </a:r>
          </a:p>
          <a:p>
            <a:r>
              <a:rPr lang="en-US" sz="1800" dirty="0"/>
              <a:t>At least 350,000 adults and more than 1,800 children meet that outcome each year [3].</a:t>
            </a:r>
          </a:p>
          <a:p>
            <a:r>
              <a:rPr lang="en-US" sz="1800" dirty="0"/>
              <a:t>Most sepsis cases begin before hospital admission; underlying conditions such as chronic lung disease or immune suppression are common [3].</a:t>
            </a:r>
          </a:p>
          <a:p>
            <a:r>
              <a:rPr lang="en-US" sz="1800" dirty="0"/>
              <a:t>About one-quarter to one-third of patients had a healthcare visit in the week before hospitalization [3].</a:t>
            </a:r>
          </a:p>
        </p:txBody>
      </p:sp>
      <p:sp>
        <p:nvSpPr>
          <p:cNvPr id="4" name="Footer Placeholder 3">
            <a:extLst>
              <a:ext uri="{FF2B5EF4-FFF2-40B4-BE49-F238E27FC236}">
                <a16:creationId xmlns:a16="http://schemas.microsoft.com/office/drawing/2014/main" id="{35A39EEE-54C1-2A0A-9550-4CA0AFE8EF1E}"/>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4037152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C502A-9C62-1EF8-E09D-ABF197EFFC91}"/>
              </a:ext>
            </a:extLst>
          </p:cNvPr>
          <p:cNvSpPr>
            <a:spLocks noGrp="1"/>
          </p:cNvSpPr>
          <p:nvPr>
            <p:ph type="title"/>
          </p:nvPr>
        </p:nvSpPr>
        <p:spPr/>
        <p:txBody>
          <a:bodyPr/>
          <a:lstStyle/>
          <a:p>
            <a:r>
              <a:rPr lang="en-US" dirty="0"/>
              <a:t>Clinical Significance</a:t>
            </a:r>
          </a:p>
        </p:txBody>
      </p:sp>
      <p:sp>
        <p:nvSpPr>
          <p:cNvPr id="3" name="Content Placeholder 2">
            <a:extLst>
              <a:ext uri="{FF2B5EF4-FFF2-40B4-BE49-F238E27FC236}">
                <a16:creationId xmlns:a16="http://schemas.microsoft.com/office/drawing/2014/main" id="{D7EEBB22-B069-F1CC-3BF5-E3D243237551}"/>
              </a:ext>
            </a:extLst>
          </p:cNvPr>
          <p:cNvSpPr>
            <a:spLocks noGrp="1"/>
          </p:cNvSpPr>
          <p:nvPr>
            <p:ph idx="1"/>
          </p:nvPr>
        </p:nvSpPr>
        <p:spPr/>
        <p:txBody>
          <a:bodyPr/>
          <a:lstStyle/>
          <a:p>
            <a:pPr lvl="2"/>
            <a:r>
              <a:rPr lang="en-US" sz="1600" dirty="0"/>
              <a:t>Sepsis can progress rapidly.</a:t>
            </a:r>
          </a:p>
          <a:p>
            <a:pPr lvl="2"/>
            <a:r>
              <a:rPr lang="en-US" sz="1600" dirty="0"/>
              <a:t>Without urgent treatment, it can lead to organ failure and death.</a:t>
            </a:r>
          </a:p>
          <a:p>
            <a:pPr lvl="2"/>
            <a:r>
              <a:rPr lang="en-US" sz="1600" dirty="0"/>
              <a:t>Early recognition and prompt medical care improve the chance of survival.</a:t>
            </a:r>
          </a:p>
          <a:p>
            <a:pPr lvl="2"/>
            <a:r>
              <a:rPr lang="en-US" sz="1600" dirty="0"/>
              <a:t>Early warning and risk prediction can support faster clinical assessment—but do not replace clinical judgment.</a:t>
            </a:r>
          </a:p>
        </p:txBody>
      </p:sp>
      <p:sp>
        <p:nvSpPr>
          <p:cNvPr id="4" name="Footer Placeholder 3">
            <a:extLst>
              <a:ext uri="{FF2B5EF4-FFF2-40B4-BE49-F238E27FC236}">
                <a16:creationId xmlns:a16="http://schemas.microsoft.com/office/drawing/2014/main" id="{D412AD33-0EFC-7700-A06A-7D193F82CCF6}"/>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3174338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A4005-F061-159F-40FF-62660438B6B5}"/>
              </a:ext>
            </a:extLst>
          </p:cNvPr>
          <p:cNvSpPr>
            <a:spLocks noGrp="1"/>
          </p:cNvSpPr>
          <p:nvPr>
            <p:ph type="ctrTitle"/>
          </p:nvPr>
        </p:nvSpPr>
        <p:spPr/>
        <p:txBody>
          <a:bodyPr/>
          <a:lstStyle/>
          <a:p>
            <a:r>
              <a:rPr lang="en-US" dirty="0"/>
              <a:t>Dataset</a:t>
            </a:r>
          </a:p>
        </p:txBody>
      </p:sp>
      <p:sp>
        <p:nvSpPr>
          <p:cNvPr id="3" name="Subtitle 2">
            <a:extLst>
              <a:ext uri="{FF2B5EF4-FFF2-40B4-BE49-F238E27FC236}">
                <a16:creationId xmlns:a16="http://schemas.microsoft.com/office/drawing/2014/main" id="{60CB5BF9-FDB2-30C7-DF05-A7C2A1CBB29A}"/>
              </a:ext>
            </a:extLst>
          </p:cNvPr>
          <p:cNvSpPr>
            <a:spLocks noGrp="1"/>
          </p:cNvSpPr>
          <p:nvPr>
            <p:ph type="subTitle" idx="1"/>
          </p:nvPr>
        </p:nvSpPr>
        <p:spPr/>
        <p:txBody>
          <a:bodyPr/>
          <a:lstStyle/>
          <a:p>
            <a:r>
              <a:rPr lang="en-SE" dirty="0"/>
              <a:t>Sepsis Survival Minimal Clinical Records</a:t>
            </a:r>
            <a:endParaRPr lang="en-US" dirty="0"/>
          </a:p>
        </p:txBody>
      </p:sp>
    </p:spTree>
    <p:extLst>
      <p:ext uri="{BB962C8B-B14F-4D97-AF65-F5344CB8AC3E}">
        <p14:creationId xmlns:p14="http://schemas.microsoft.com/office/powerpoint/2010/main" val="2281321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A678E1-9038-8B34-8F4A-3C736537B0E0}"/>
              </a:ext>
            </a:extLst>
          </p:cNvPr>
          <p:cNvSpPr>
            <a:spLocks noGrp="1"/>
          </p:cNvSpPr>
          <p:nvPr>
            <p:ph type="title"/>
          </p:nvPr>
        </p:nvSpPr>
        <p:spPr/>
        <p:txBody>
          <a:bodyPr/>
          <a:lstStyle/>
          <a:p>
            <a:r>
              <a:rPr lang="en-SE" b="1" dirty="0"/>
              <a:t>Sepsis Survival Minimal Clinical Records</a:t>
            </a:r>
          </a:p>
        </p:txBody>
      </p:sp>
      <p:sp>
        <p:nvSpPr>
          <p:cNvPr id="6" name="Content Placeholder 5">
            <a:extLst>
              <a:ext uri="{FF2B5EF4-FFF2-40B4-BE49-F238E27FC236}">
                <a16:creationId xmlns:a16="http://schemas.microsoft.com/office/drawing/2014/main" id="{9897D83A-1B24-A56D-6B59-8E802DFC7E16}"/>
              </a:ext>
            </a:extLst>
          </p:cNvPr>
          <p:cNvSpPr>
            <a:spLocks noGrp="1"/>
          </p:cNvSpPr>
          <p:nvPr>
            <p:ph type="body" sz="quarter" idx="13"/>
          </p:nvPr>
        </p:nvSpPr>
        <p:spPr/>
        <p:txBody>
          <a:bodyPr/>
          <a:lstStyle/>
          <a:p>
            <a:pPr marL="0" indent="0">
              <a:buNone/>
            </a:pPr>
            <a:r>
              <a:rPr lang="en-SE" i="1" dirty="0"/>
              <a:t>Donated on 9 July 2023 [4]</a:t>
            </a:r>
          </a:p>
          <a:p>
            <a:r>
              <a:rPr lang="en-SE" sz="4000" b="1" dirty="0"/>
              <a:t>Dataset Characteristics</a:t>
            </a:r>
          </a:p>
          <a:p>
            <a:pPr lvl="1"/>
            <a:r>
              <a:rPr lang="en-SE" sz="3600" dirty="0"/>
              <a:t>Multivariate</a:t>
            </a:r>
          </a:p>
          <a:p>
            <a:r>
              <a:rPr lang="en-SE" sz="4000" b="1" dirty="0"/>
              <a:t>Feature Type</a:t>
            </a:r>
          </a:p>
          <a:p>
            <a:pPr lvl="1"/>
            <a:r>
              <a:rPr lang="en-SE" sz="3600" dirty="0"/>
              <a:t>Integer</a:t>
            </a:r>
          </a:p>
          <a:p>
            <a:r>
              <a:rPr lang="en-SE" sz="4000" b="1" dirty="0"/>
              <a:t>Subject Area</a:t>
            </a:r>
          </a:p>
          <a:p>
            <a:pPr lvl="1"/>
            <a:r>
              <a:rPr lang="en-SE" sz="3600" dirty="0"/>
              <a:t>Health and Medicine</a:t>
            </a:r>
          </a:p>
        </p:txBody>
      </p:sp>
      <p:sp>
        <p:nvSpPr>
          <p:cNvPr id="7" name="Text Placeholder 6">
            <a:extLst>
              <a:ext uri="{FF2B5EF4-FFF2-40B4-BE49-F238E27FC236}">
                <a16:creationId xmlns:a16="http://schemas.microsoft.com/office/drawing/2014/main" id="{F91B9CE6-6D0D-F96C-E34E-2DBB582ABD2C}"/>
              </a:ext>
            </a:extLst>
          </p:cNvPr>
          <p:cNvSpPr>
            <a:spLocks noGrp="1"/>
          </p:cNvSpPr>
          <p:nvPr>
            <p:ph type="body" sz="quarter" idx="14"/>
          </p:nvPr>
        </p:nvSpPr>
        <p:spPr/>
        <p:txBody>
          <a:bodyPr/>
          <a:lstStyle/>
          <a:p>
            <a:pPr marL="0" indent="0">
              <a:buNone/>
            </a:pPr>
            <a:endParaRPr lang="en-SE" b="1" dirty="0"/>
          </a:p>
          <a:p>
            <a:r>
              <a:rPr lang="en-SE" sz="4000" b="1" dirty="0"/>
              <a:t># Instances</a:t>
            </a:r>
          </a:p>
          <a:p>
            <a:pPr lvl="1"/>
            <a:r>
              <a:rPr lang="en-SE" sz="3600" dirty="0"/>
              <a:t>110,341</a:t>
            </a:r>
          </a:p>
          <a:p>
            <a:r>
              <a:rPr lang="en-SE" sz="4000" b="1" dirty="0"/>
              <a:t>Associated Task</a:t>
            </a:r>
          </a:p>
          <a:p>
            <a:pPr lvl="1"/>
            <a:r>
              <a:rPr lang="en-SE" sz="3600" dirty="0"/>
              <a:t>Classification</a:t>
            </a:r>
          </a:p>
          <a:p>
            <a:r>
              <a:rPr lang="en-SE" sz="4000" b="1" dirty="0"/>
              <a:t>Predictor Features</a:t>
            </a:r>
          </a:p>
          <a:p>
            <a:pPr lvl="1"/>
            <a:r>
              <a:rPr lang="en-SE" sz="3600" dirty="0"/>
              <a:t>3</a:t>
            </a:r>
          </a:p>
        </p:txBody>
      </p:sp>
      <p:sp>
        <p:nvSpPr>
          <p:cNvPr id="4" name="Footer Placeholder 3">
            <a:extLst>
              <a:ext uri="{FF2B5EF4-FFF2-40B4-BE49-F238E27FC236}">
                <a16:creationId xmlns:a16="http://schemas.microsoft.com/office/drawing/2014/main" id="{B5C4DD2B-F9C0-53B2-7185-0D9931E62E2B}"/>
              </a:ext>
            </a:extLst>
          </p:cNvPr>
          <p:cNvSpPr>
            <a:spLocks noGrp="1"/>
          </p:cNvSpPr>
          <p:nvPr>
            <p:ph type="ftr" sz="quarter" idx="11"/>
          </p:nvPr>
        </p:nvSpPr>
        <p:spPr/>
        <p:txBody>
          <a:bodyPr/>
          <a:lstStyle/>
          <a:p>
            <a:endParaRPr lang="sv-SE"/>
          </a:p>
        </p:txBody>
      </p:sp>
    </p:spTree>
    <p:extLst>
      <p:ext uri="{BB962C8B-B14F-4D97-AF65-F5344CB8AC3E}">
        <p14:creationId xmlns:p14="http://schemas.microsoft.com/office/powerpoint/2010/main" val="3483614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6CE7-8972-3DCD-5C07-EA7D96993E87}"/>
              </a:ext>
            </a:extLst>
          </p:cNvPr>
          <p:cNvSpPr>
            <a:spLocks noGrp="1"/>
          </p:cNvSpPr>
          <p:nvPr>
            <p:ph type="title"/>
          </p:nvPr>
        </p:nvSpPr>
        <p:spPr/>
        <p:txBody>
          <a:bodyPr/>
          <a:lstStyle/>
          <a:p>
            <a:r>
              <a:rPr lang="en-US" dirty="0"/>
              <a:t>Setting</a:t>
            </a:r>
          </a:p>
        </p:txBody>
      </p:sp>
      <p:sp>
        <p:nvSpPr>
          <p:cNvPr id="3" name="Content Placeholder 2">
            <a:extLst>
              <a:ext uri="{FF2B5EF4-FFF2-40B4-BE49-F238E27FC236}">
                <a16:creationId xmlns:a16="http://schemas.microsoft.com/office/drawing/2014/main" id="{34187E94-E3F0-9082-918A-790732FE7C64}"/>
              </a:ext>
            </a:extLst>
          </p:cNvPr>
          <p:cNvSpPr>
            <a:spLocks noGrp="1"/>
          </p:cNvSpPr>
          <p:nvPr>
            <p:ph idx="1"/>
          </p:nvPr>
        </p:nvSpPr>
        <p:spPr/>
        <p:txBody>
          <a:bodyPr/>
          <a:lstStyle/>
          <a:p>
            <a:pPr lvl="1"/>
            <a:r>
              <a:rPr lang="en-US" sz="1800" dirty="0"/>
              <a:t>Primary cohort: 110,204 admissions from 84,811 hospitalized patients in Norway, recorded in 2011–2012 [4].</a:t>
            </a:r>
          </a:p>
          <a:p>
            <a:pPr lvl="1"/>
            <a:r>
              <a:rPr lang="en-US" sz="1800" dirty="0"/>
              <a:t>The full UCI dataset contains 110,341 records across the Norwegian and South Korean cohorts [4].</a:t>
            </a:r>
          </a:p>
        </p:txBody>
      </p:sp>
      <p:sp>
        <p:nvSpPr>
          <p:cNvPr id="4" name="Footer Placeholder 3">
            <a:extLst>
              <a:ext uri="{FF2B5EF4-FFF2-40B4-BE49-F238E27FC236}">
                <a16:creationId xmlns:a16="http://schemas.microsoft.com/office/drawing/2014/main" id="{7814A043-4913-7C9E-3814-6A17E438D293}"/>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1542452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CB1F-201B-1C26-BDC6-2254E182E420}"/>
              </a:ext>
            </a:extLst>
          </p:cNvPr>
          <p:cNvSpPr>
            <a:spLocks noGrp="1"/>
          </p:cNvSpPr>
          <p:nvPr>
            <p:ph type="title"/>
          </p:nvPr>
        </p:nvSpPr>
        <p:spPr/>
        <p:txBody>
          <a:bodyPr/>
          <a:lstStyle/>
          <a:p>
            <a:r>
              <a:rPr lang="en-US" dirty="0"/>
              <a:t>Condition</a:t>
            </a:r>
          </a:p>
        </p:txBody>
      </p:sp>
      <p:sp>
        <p:nvSpPr>
          <p:cNvPr id="3" name="Content Placeholder 2">
            <a:extLst>
              <a:ext uri="{FF2B5EF4-FFF2-40B4-BE49-F238E27FC236}">
                <a16:creationId xmlns:a16="http://schemas.microsoft.com/office/drawing/2014/main" id="{BA1AD0A4-5B46-5946-5006-856A49BD7A56}"/>
              </a:ext>
            </a:extLst>
          </p:cNvPr>
          <p:cNvSpPr>
            <a:spLocks noGrp="1"/>
          </p:cNvSpPr>
          <p:nvPr>
            <p:ph idx="1"/>
          </p:nvPr>
        </p:nvSpPr>
        <p:spPr/>
        <p:txBody>
          <a:bodyPr/>
          <a:lstStyle/>
          <a:p>
            <a:r>
              <a:rPr lang="en-US" sz="3600" dirty="0"/>
              <a:t>Diagnosed with:</a:t>
            </a:r>
          </a:p>
          <a:p>
            <a:pPr lvl="1"/>
            <a:r>
              <a:rPr lang="en-US" sz="3200" dirty="0"/>
              <a:t>infections,</a:t>
            </a:r>
          </a:p>
          <a:p>
            <a:pPr lvl="1"/>
            <a:r>
              <a:rPr lang="en-US" sz="3200" dirty="0"/>
              <a:t>systemic inflammatory response syndrome, </a:t>
            </a:r>
          </a:p>
          <a:p>
            <a:pPr lvl="1"/>
            <a:r>
              <a:rPr lang="en-US" sz="3200" dirty="0"/>
              <a:t>sepsis by causative microbes, or </a:t>
            </a:r>
          </a:p>
          <a:p>
            <a:pPr lvl="1"/>
            <a:r>
              <a:rPr lang="en-US" sz="3200" dirty="0"/>
              <a:t>septic shock</a:t>
            </a:r>
          </a:p>
          <a:p>
            <a:pPr marL="0" indent="0">
              <a:buNone/>
            </a:pPr>
            <a:endParaRPr lang="en-US" dirty="0"/>
          </a:p>
        </p:txBody>
      </p:sp>
      <p:sp>
        <p:nvSpPr>
          <p:cNvPr id="4" name="Footer Placeholder 3">
            <a:extLst>
              <a:ext uri="{FF2B5EF4-FFF2-40B4-BE49-F238E27FC236}">
                <a16:creationId xmlns:a16="http://schemas.microsoft.com/office/drawing/2014/main" id="{36D3F20A-E7BB-0C9C-4D5E-1AEF0712E09B}"/>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3212605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C4CA73-B7A5-3957-24ED-403941585E91}"/>
              </a:ext>
            </a:extLst>
          </p:cNvPr>
          <p:cNvSpPr>
            <a:spLocks noGrp="1"/>
          </p:cNvSpPr>
          <p:nvPr>
            <p:ph type="title"/>
          </p:nvPr>
        </p:nvSpPr>
        <p:spPr/>
        <p:txBody>
          <a:bodyPr/>
          <a:lstStyle/>
          <a:p>
            <a:r>
              <a:rPr lang="en-US" dirty="0"/>
              <a:t>License</a:t>
            </a:r>
          </a:p>
        </p:txBody>
      </p:sp>
      <p:sp>
        <p:nvSpPr>
          <p:cNvPr id="11" name="Content Placeholder 10">
            <a:extLst>
              <a:ext uri="{FF2B5EF4-FFF2-40B4-BE49-F238E27FC236}">
                <a16:creationId xmlns:a16="http://schemas.microsoft.com/office/drawing/2014/main" id="{5C71C2E7-0303-77B2-2B5C-A569EA9EBF09}"/>
              </a:ext>
            </a:extLst>
          </p:cNvPr>
          <p:cNvSpPr>
            <a:spLocks noGrp="1"/>
          </p:cNvSpPr>
          <p:nvPr>
            <p:ph idx="1"/>
          </p:nvPr>
        </p:nvSpPr>
        <p:spPr/>
        <p:txBody>
          <a:bodyPr/>
          <a:lstStyle/>
          <a:p>
            <a:r>
              <a:rPr lang="en-US" sz="2800" dirty="0"/>
              <a:t>This dataset is licensed under Creative Commons Attribution 4.0 International (CC BY 4.0).</a:t>
            </a:r>
          </a:p>
          <a:p>
            <a:endParaRPr lang="en-US" sz="2800" dirty="0"/>
          </a:p>
          <a:p>
            <a:r>
              <a:rPr lang="en-US" sz="2400" dirty="0"/>
              <a:t>You may share and adapt the data for any purpose, including commercially, if you give appropriate credit, link to the license, and indicate whether changes were made.</a:t>
            </a:r>
          </a:p>
        </p:txBody>
      </p:sp>
      <p:sp>
        <p:nvSpPr>
          <p:cNvPr id="5" name="Footer Placeholder 4">
            <a:extLst>
              <a:ext uri="{FF2B5EF4-FFF2-40B4-BE49-F238E27FC236}">
                <a16:creationId xmlns:a16="http://schemas.microsoft.com/office/drawing/2014/main" id="{E7663E0E-F26A-4DAB-2F5A-ECC5EA0CE18F}"/>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1912444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2CF50AC-9062-A7BA-906A-3898FD77B61F}"/>
              </a:ext>
            </a:extLst>
          </p:cNvPr>
          <p:cNvSpPr>
            <a:spLocks noGrp="1"/>
          </p:cNvSpPr>
          <p:nvPr>
            <p:ph type="title"/>
          </p:nvPr>
        </p:nvSpPr>
        <p:spPr/>
        <p:txBody>
          <a:bodyPr/>
          <a:lstStyle/>
          <a:p>
            <a:r>
              <a:rPr lang="en-US" dirty="0"/>
              <a:t>One dataset supports four distinct decision questions</a:t>
            </a:r>
          </a:p>
        </p:txBody>
      </p:sp>
      <p:sp>
        <p:nvSpPr>
          <p:cNvPr id="5" name="Platshållare för sidfot 4">
            <a:extLst>
              <a:ext uri="{FF2B5EF4-FFF2-40B4-BE49-F238E27FC236}">
                <a16:creationId xmlns:a16="http://schemas.microsoft.com/office/drawing/2014/main" id="{172BB727-1624-321F-AEB2-8A4B2F2FE75B}"/>
              </a:ext>
            </a:extLst>
          </p:cNvPr>
          <p:cNvSpPr>
            <a:spLocks noGrp="1"/>
          </p:cNvSpPr>
          <p:nvPr>
            <p:ph type="ftr" sz="quarter" idx="11"/>
          </p:nvPr>
        </p:nvSpPr>
        <p:spPr/>
        <p:txBody>
          <a:bodyPr/>
          <a:lstStyle/>
          <a:p>
            <a:r>
              <a:rPr lang="en-US" dirty="0"/>
              <a:t>PROHI HT2026 · Group 2 · Seminar 28 September 2026</a:t>
            </a:r>
          </a:p>
        </p:txBody>
      </p:sp>
      <p:sp>
        <p:nvSpPr>
          <p:cNvPr id="4" name="Rectangle 3">
            <a:extLst>
              <a:ext uri="{FF2B5EF4-FFF2-40B4-BE49-F238E27FC236}">
                <a16:creationId xmlns:a16="http://schemas.microsoft.com/office/drawing/2014/main" id="{DD088F43-9D91-CB4D-B878-984AAE8A1307}"/>
              </a:ext>
            </a:extLst>
          </p:cNvPr>
          <p:cNvSpPr/>
          <p:nvPr/>
        </p:nvSpPr>
        <p:spPr>
          <a:xfrm>
            <a:off x="635000" y="1447800"/>
            <a:ext cx="533400" cy="533400"/>
          </a:xfrm>
          <a:prstGeom prst="rect">
            <a:avLst/>
          </a:prstGeom>
          <a:solidFill>
            <a:srgbClr val="63B3D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dirty="0">
                <a:solidFill>
                  <a:srgbClr val="09263E"/>
                </a:solidFill>
                <a:latin typeface="Arial"/>
                <a:cs typeface="Arial"/>
              </a:rPr>
              <a:t>1</a:t>
            </a:r>
          </a:p>
        </p:txBody>
      </p:sp>
      <p:sp>
        <p:nvSpPr>
          <p:cNvPr id="6" name="TextBox 5">
            <a:extLst>
              <a:ext uri="{FF2B5EF4-FFF2-40B4-BE49-F238E27FC236}">
                <a16:creationId xmlns:a16="http://schemas.microsoft.com/office/drawing/2014/main" id="{3B433488-A828-6640-84EB-E07B2E13593C}"/>
              </a:ext>
            </a:extLst>
          </p:cNvPr>
          <p:cNvSpPr txBox="1"/>
          <p:nvPr/>
        </p:nvSpPr>
        <p:spPr>
          <a:xfrm>
            <a:off x="635000" y="2159000"/>
            <a:ext cx="2413000" cy="304800"/>
          </a:xfrm>
          <a:prstGeom prst="rect">
            <a:avLst/>
          </a:prstGeom>
          <a:noFill/>
        </p:spPr>
        <p:txBody>
          <a:bodyPr vertOverflow="overflow" vert="horz" wrap="square" lIns="0" tIns="0" rIns="0" bIns="0" rtlCol="0" anchor="t" anchorCtr="0">
            <a:spAutoFit/>
          </a:bodyPr>
          <a:lstStyle/>
          <a:p>
            <a:pPr algn="l"/>
            <a:r>
              <a:rPr lang="en-US" sz="1400" b="1" dirty="0">
                <a:solidFill>
                  <a:srgbClr val="63B3D1"/>
                </a:solidFill>
                <a:latin typeface="Arial"/>
                <a:cs typeface="Arial"/>
              </a:rPr>
              <a:t>DESCRIPTIVE</a:t>
            </a:r>
          </a:p>
        </p:txBody>
      </p:sp>
      <p:sp>
        <p:nvSpPr>
          <p:cNvPr id="7" name="TextBox 6">
            <a:extLst>
              <a:ext uri="{FF2B5EF4-FFF2-40B4-BE49-F238E27FC236}">
                <a16:creationId xmlns:a16="http://schemas.microsoft.com/office/drawing/2014/main" id="{F2E0C480-5727-7B42-8D5B-345025A3DFEF}"/>
              </a:ext>
            </a:extLst>
          </p:cNvPr>
          <p:cNvSpPr txBox="1"/>
          <p:nvPr/>
        </p:nvSpPr>
        <p:spPr>
          <a:xfrm>
            <a:off x="635000" y="2590800"/>
            <a:ext cx="2413000" cy="609600"/>
          </a:xfrm>
          <a:prstGeom prst="rect">
            <a:avLst/>
          </a:prstGeom>
          <a:noFill/>
        </p:spPr>
        <p:txBody>
          <a:bodyPr vertOverflow="overflow" vert="horz" wrap="square" lIns="0" tIns="0" rIns="0" bIns="0" rtlCol="0" anchor="t" anchorCtr="0">
            <a:spAutoFit/>
          </a:bodyPr>
          <a:lstStyle/>
          <a:p>
            <a:pPr algn="l"/>
            <a:r>
              <a:rPr lang="en-US" sz="2200" b="1" dirty="0">
                <a:solidFill>
                  <a:srgbClr val="FFFFFF"/>
                </a:solidFill>
                <a:latin typeface="Arial"/>
                <a:cs typeface="Arial"/>
              </a:rPr>
              <a:t>What happened?</a:t>
            </a:r>
          </a:p>
        </p:txBody>
      </p:sp>
      <p:sp>
        <p:nvSpPr>
          <p:cNvPr id="8" name="TextBox 7">
            <a:extLst>
              <a:ext uri="{FF2B5EF4-FFF2-40B4-BE49-F238E27FC236}">
                <a16:creationId xmlns:a16="http://schemas.microsoft.com/office/drawing/2014/main" id="{BB155B68-5DCB-8441-A5E7-B3CFB4A73D02}"/>
              </a:ext>
            </a:extLst>
          </p:cNvPr>
          <p:cNvSpPr txBox="1"/>
          <p:nvPr/>
        </p:nvSpPr>
        <p:spPr>
          <a:xfrm>
            <a:off x="635000" y="3390900"/>
            <a:ext cx="2413000" cy="1143000"/>
          </a:xfrm>
          <a:prstGeom prst="rect">
            <a:avLst/>
          </a:prstGeom>
          <a:noFill/>
        </p:spPr>
        <p:txBody>
          <a:bodyPr vertOverflow="overflow" vert="horz" wrap="square" lIns="0" tIns="0" rIns="0" bIns="0" rtlCol="0" anchor="t" anchorCtr="0">
            <a:spAutoFit/>
          </a:bodyPr>
          <a:lstStyle/>
          <a:p>
            <a:pPr algn="l"/>
            <a:r>
              <a:rPr lang="en-US" sz="1700" dirty="0">
                <a:solidFill>
                  <a:srgbClr val="FFFFFF"/>
                </a:solidFill>
                <a:latin typeface="Arial"/>
                <a:cs typeface="Arial"/>
              </a:rPr>
              <a:t>Profile age, sex, repeated episodes and overall survival.</a:t>
            </a:r>
          </a:p>
        </p:txBody>
      </p:sp>
      <p:sp>
        <p:nvSpPr>
          <p:cNvPr id="10" name="TextBox 9">
            <a:extLst>
              <a:ext uri="{FF2B5EF4-FFF2-40B4-BE49-F238E27FC236}">
                <a16:creationId xmlns:a16="http://schemas.microsoft.com/office/drawing/2014/main" id="{0E6A5255-7E5C-5A4B-9E42-4CD7DF44E188}"/>
              </a:ext>
            </a:extLst>
          </p:cNvPr>
          <p:cNvSpPr txBox="1"/>
          <p:nvPr/>
        </p:nvSpPr>
        <p:spPr>
          <a:xfrm>
            <a:off x="635000" y="4902200"/>
            <a:ext cx="2413000" cy="406400"/>
          </a:xfrm>
          <a:prstGeom prst="rect">
            <a:avLst/>
          </a:prstGeom>
          <a:noFill/>
        </p:spPr>
        <p:txBody>
          <a:bodyPr vertOverflow="overflow" vert="horz" wrap="square" lIns="0" tIns="0" rIns="0" bIns="0" rtlCol="0" anchor="t" anchorCtr="0">
            <a:spAutoFit/>
          </a:bodyPr>
          <a:lstStyle/>
          <a:p>
            <a:pPr algn="l"/>
            <a:r>
              <a:rPr lang="en-US" sz="1400" dirty="0">
                <a:solidFill>
                  <a:srgbClr val="B8D0E0"/>
                </a:solidFill>
                <a:latin typeface="Arial"/>
                <a:cs typeface="Arial"/>
              </a:rPr>
              <a:t>User: epidemiologist</a:t>
            </a:r>
          </a:p>
        </p:txBody>
      </p:sp>
      <p:sp>
        <p:nvSpPr>
          <p:cNvPr id="11" name="Rectangle 10">
            <a:extLst>
              <a:ext uri="{FF2B5EF4-FFF2-40B4-BE49-F238E27FC236}">
                <a16:creationId xmlns:a16="http://schemas.microsoft.com/office/drawing/2014/main" id="{09A5E76E-6003-674E-BB53-03A6F2CFA2C0}"/>
              </a:ext>
            </a:extLst>
          </p:cNvPr>
          <p:cNvSpPr/>
          <p:nvPr/>
        </p:nvSpPr>
        <p:spPr>
          <a:xfrm>
            <a:off x="3429000" y="1447800"/>
            <a:ext cx="533400" cy="533400"/>
          </a:xfrm>
          <a:prstGeom prst="rect">
            <a:avLst/>
          </a:prstGeom>
          <a:solidFill>
            <a:srgbClr val="45B8B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dirty="0">
                <a:solidFill>
                  <a:srgbClr val="09263E"/>
                </a:solidFill>
                <a:latin typeface="Arial"/>
                <a:cs typeface="Arial"/>
              </a:rPr>
              <a:t>2</a:t>
            </a:r>
          </a:p>
        </p:txBody>
      </p:sp>
      <p:sp>
        <p:nvSpPr>
          <p:cNvPr id="12" name="TextBox 11">
            <a:extLst>
              <a:ext uri="{FF2B5EF4-FFF2-40B4-BE49-F238E27FC236}">
                <a16:creationId xmlns:a16="http://schemas.microsoft.com/office/drawing/2014/main" id="{54C211F7-E671-3041-B4D0-CACA2E2FDF8D}"/>
              </a:ext>
            </a:extLst>
          </p:cNvPr>
          <p:cNvSpPr txBox="1"/>
          <p:nvPr/>
        </p:nvSpPr>
        <p:spPr>
          <a:xfrm>
            <a:off x="3429000" y="2159000"/>
            <a:ext cx="2413000" cy="304800"/>
          </a:xfrm>
          <a:prstGeom prst="rect">
            <a:avLst/>
          </a:prstGeom>
          <a:noFill/>
        </p:spPr>
        <p:txBody>
          <a:bodyPr vertOverflow="overflow" vert="horz" wrap="square" lIns="0" tIns="0" rIns="0" bIns="0" rtlCol="0" anchor="t" anchorCtr="0">
            <a:spAutoFit/>
          </a:bodyPr>
          <a:lstStyle/>
          <a:p>
            <a:pPr algn="l"/>
            <a:r>
              <a:rPr lang="en-US" sz="1400" b="1" dirty="0">
                <a:solidFill>
                  <a:srgbClr val="45B8B0"/>
                </a:solidFill>
                <a:latin typeface="Arial"/>
                <a:cs typeface="Arial"/>
              </a:rPr>
              <a:t>DIAGNOSTIC</a:t>
            </a:r>
          </a:p>
        </p:txBody>
      </p:sp>
      <p:sp>
        <p:nvSpPr>
          <p:cNvPr id="13" name="TextBox 12">
            <a:extLst>
              <a:ext uri="{FF2B5EF4-FFF2-40B4-BE49-F238E27FC236}">
                <a16:creationId xmlns:a16="http://schemas.microsoft.com/office/drawing/2014/main" id="{9FCEBDB8-0E8B-C944-85E2-2AE1AED81E25}"/>
              </a:ext>
            </a:extLst>
          </p:cNvPr>
          <p:cNvSpPr txBox="1"/>
          <p:nvPr/>
        </p:nvSpPr>
        <p:spPr>
          <a:xfrm>
            <a:off x="3429000" y="2590800"/>
            <a:ext cx="2413000" cy="609600"/>
          </a:xfrm>
          <a:prstGeom prst="rect">
            <a:avLst/>
          </a:prstGeom>
          <a:noFill/>
        </p:spPr>
        <p:txBody>
          <a:bodyPr vertOverflow="overflow" vert="horz" wrap="square" lIns="0" tIns="0" rIns="0" bIns="0" rtlCol="0" anchor="t" anchorCtr="0">
            <a:spAutoFit/>
          </a:bodyPr>
          <a:lstStyle/>
          <a:p>
            <a:pPr algn="l"/>
            <a:r>
              <a:rPr lang="en-US" sz="2200" b="1" dirty="0">
                <a:solidFill>
                  <a:srgbClr val="FFFFFF"/>
                </a:solidFill>
                <a:latin typeface="Arial"/>
                <a:cs typeface="Arial"/>
              </a:rPr>
              <a:t>Why did outcomes differ?</a:t>
            </a:r>
          </a:p>
        </p:txBody>
      </p:sp>
      <p:sp>
        <p:nvSpPr>
          <p:cNvPr id="14" name="TextBox 13">
            <a:extLst>
              <a:ext uri="{FF2B5EF4-FFF2-40B4-BE49-F238E27FC236}">
                <a16:creationId xmlns:a16="http://schemas.microsoft.com/office/drawing/2014/main" id="{21244F8E-4720-9F4C-9396-2153E06026A4}"/>
              </a:ext>
            </a:extLst>
          </p:cNvPr>
          <p:cNvSpPr txBox="1"/>
          <p:nvPr/>
        </p:nvSpPr>
        <p:spPr>
          <a:xfrm>
            <a:off x="3429000" y="3390900"/>
            <a:ext cx="2413000" cy="1143000"/>
          </a:xfrm>
          <a:prstGeom prst="rect">
            <a:avLst/>
          </a:prstGeom>
          <a:noFill/>
        </p:spPr>
        <p:txBody>
          <a:bodyPr vertOverflow="overflow" vert="horz" wrap="square" lIns="0" tIns="0" rIns="0" bIns="0" rtlCol="0" anchor="t" anchorCtr="0">
            <a:spAutoFit/>
          </a:bodyPr>
          <a:lstStyle/>
          <a:p>
            <a:pPr algn="l"/>
            <a:r>
              <a:rPr lang="en-US" sz="1700" dirty="0">
                <a:solidFill>
                  <a:srgbClr val="FFFFFF"/>
                </a:solidFill>
                <a:latin typeface="Arial"/>
                <a:cs typeface="Arial"/>
              </a:rPr>
              <a:t>Test associations between predictors and hospital outcome.</a:t>
            </a:r>
          </a:p>
        </p:txBody>
      </p:sp>
      <p:sp>
        <p:nvSpPr>
          <p:cNvPr id="16" name="TextBox 15">
            <a:extLst>
              <a:ext uri="{FF2B5EF4-FFF2-40B4-BE49-F238E27FC236}">
                <a16:creationId xmlns:a16="http://schemas.microsoft.com/office/drawing/2014/main" id="{AE4FA6A6-1B84-1B48-A55A-5A6FF8DBBDCB}"/>
              </a:ext>
            </a:extLst>
          </p:cNvPr>
          <p:cNvSpPr txBox="1"/>
          <p:nvPr/>
        </p:nvSpPr>
        <p:spPr>
          <a:xfrm>
            <a:off x="3429000" y="4902200"/>
            <a:ext cx="2413000" cy="406400"/>
          </a:xfrm>
          <a:prstGeom prst="rect">
            <a:avLst/>
          </a:prstGeom>
          <a:noFill/>
        </p:spPr>
        <p:txBody>
          <a:bodyPr vertOverflow="overflow" vert="horz" wrap="square" lIns="0" tIns="0" rIns="0" bIns="0" rtlCol="0" anchor="t" anchorCtr="0">
            <a:spAutoFit/>
          </a:bodyPr>
          <a:lstStyle/>
          <a:p>
            <a:pPr algn="l"/>
            <a:r>
              <a:rPr lang="en-US" sz="1400" dirty="0">
                <a:solidFill>
                  <a:srgbClr val="B8D0E0"/>
                </a:solidFill>
                <a:latin typeface="Arial"/>
                <a:cs typeface="Arial"/>
              </a:rPr>
              <a:t>User: clinical analyst</a:t>
            </a:r>
          </a:p>
        </p:txBody>
      </p:sp>
      <p:sp>
        <p:nvSpPr>
          <p:cNvPr id="17" name="Rectangle 16">
            <a:extLst>
              <a:ext uri="{FF2B5EF4-FFF2-40B4-BE49-F238E27FC236}">
                <a16:creationId xmlns:a16="http://schemas.microsoft.com/office/drawing/2014/main" id="{47C54AD3-55B0-524E-AADF-5E10CF28280D}"/>
              </a:ext>
            </a:extLst>
          </p:cNvPr>
          <p:cNvSpPr/>
          <p:nvPr/>
        </p:nvSpPr>
        <p:spPr>
          <a:xfrm>
            <a:off x="6223000" y="1447800"/>
            <a:ext cx="533400" cy="533400"/>
          </a:xfrm>
          <a:prstGeom prst="rect">
            <a:avLst/>
          </a:prstGeom>
          <a:solidFill>
            <a:srgbClr val="F3A6C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dirty="0">
                <a:solidFill>
                  <a:srgbClr val="09263E"/>
                </a:solidFill>
                <a:latin typeface="Arial"/>
                <a:cs typeface="Arial"/>
              </a:rPr>
              <a:t>3</a:t>
            </a:r>
          </a:p>
        </p:txBody>
      </p:sp>
      <p:sp>
        <p:nvSpPr>
          <p:cNvPr id="18" name="TextBox 17">
            <a:extLst>
              <a:ext uri="{FF2B5EF4-FFF2-40B4-BE49-F238E27FC236}">
                <a16:creationId xmlns:a16="http://schemas.microsoft.com/office/drawing/2014/main" id="{8FEF2186-E898-7641-BCAD-14A3E0371A3C}"/>
              </a:ext>
            </a:extLst>
          </p:cNvPr>
          <p:cNvSpPr txBox="1"/>
          <p:nvPr/>
        </p:nvSpPr>
        <p:spPr>
          <a:xfrm>
            <a:off x="6223000" y="2159000"/>
            <a:ext cx="2413000" cy="304800"/>
          </a:xfrm>
          <a:prstGeom prst="rect">
            <a:avLst/>
          </a:prstGeom>
          <a:noFill/>
        </p:spPr>
        <p:txBody>
          <a:bodyPr vertOverflow="overflow" vert="horz" wrap="square" lIns="0" tIns="0" rIns="0" bIns="0" rtlCol="0" anchor="t" anchorCtr="0">
            <a:spAutoFit/>
          </a:bodyPr>
          <a:lstStyle/>
          <a:p>
            <a:pPr algn="l"/>
            <a:r>
              <a:rPr lang="en-US" sz="1400" b="1" dirty="0">
                <a:solidFill>
                  <a:srgbClr val="F3A6C8"/>
                </a:solidFill>
                <a:latin typeface="Arial"/>
                <a:cs typeface="Arial"/>
              </a:rPr>
              <a:t>PREDICTIVE</a:t>
            </a:r>
          </a:p>
        </p:txBody>
      </p:sp>
      <p:sp>
        <p:nvSpPr>
          <p:cNvPr id="19" name="TextBox 18">
            <a:extLst>
              <a:ext uri="{FF2B5EF4-FFF2-40B4-BE49-F238E27FC236}">
                <a16:creationId xmlns:a16="http://schemas.microsoft.com/office/drawing/2014/main" id="{4A9860AB-230E-C54C-8928-5C76B3A8EEBD}"/>
              </a:ext>
            </a:extLst>
          </p:cNvPr>
          <p:cNvSpPr txBox="1"/>
          <p:nvPr/>
        </p:nvSpPr>
        <p:spPr>
          <a:xfrm>
            <a:off x="6223000" y="2590800"/>
            <a:ext cx="2413000" cy="609600"/>
          </a:xfrm>
          <a:prstGeom prst="rect">
            <a:avLst/>
          </a:prstGeom>
          <a:noFill/>
        </p:spPr>
        <p:txBody>
          <a:bodyPr vertOverflow="overflow" vert="horz" wrap="square" lIns="0" tIns="0" rIns="0" bIns="0" rtlCol="0" anchor="t" anchorCtr="0">
            <a:spAutoFit/>
          </a:bodyPr>
          <a:lstStyle/>
          <a:p>
            <a:pPr algn="l"/>
            <a:r>
              <a:rPr lang="en-US" sz="2200" b="1" dirty="0">
                <a:solidFill>
                  <a:srgbClr val="FFFFFF"/>
                </a:solidFill>
                <a:latin typeface="Arial"/>
                <a:cs typeface="Arial"/>
              </a:rPr>
              <a:t>What is likely to happen?</a:t>
            </a:r>
          </a:p>
        </p:txBody>
      </p:sp>
      <p:sp>
        <p:nvSpPr>
          <p:cNvPr id="20" name="TextBox 19">
            <a:extLst>
              <a:ext uri="{FF2B5EF4-FFF2-40B4-BE49-F238E27FC236}">
                <a16:creationId xmlns:a16="http://schemas.microsoft.com/office/drawing/2014/main" id="{028C0DDE-647D-B142-BE65-78FEAE9D2DCF}"/>
              </a:ext>
            </a:extLst>
          </p:cNvPr>
          <p:cNvSpPr txBox="1"/>
          <p:nvPr/>
        </p:nvSpPr>
        <p:spPr>
          <a:xfrm>
            <a:off x="6223000" y="3390900"/>
            <a:ext cx="2413000" cy="1143000"/>
          </a:xfrm>
          <a:prstGeom prst="rect">
            <a:avLst/>
          </a:prstGeom>
          <a:noFill/>
        </p:spPr>
        <p:txBody>
          <a:bodyPr vertOverflow="overflow" vert="horz" wrap="square" lIns="0" tIns="0" rIns="0" bIns="0" rtlCol="0" anchor="t" anchorCtr="0">
            <a:spAutoFit/>
          </a:bodyPr>
          <a:lstStyle/>
          <a:p>
            <a:pPr algn="l"/>
            <a:r>
              <a:rPr lang="en-US" sz="1700" dirty="0">
                <a:solidFill>
                  <a:srgbClr val="FFFFFF"/>
                </a:solidFill>
                <a:latin typeface="Arial"/>
                <a:cs typeface="Arial"/>
              </a:rPr>
              <a:t>Estimate probability of death at admission using a baseline model.</a:t>
            </a:r>
          </a:p>
        </p:txBody>
      </p:sp>
      <p:sp>
        <p:nvSpPr>
          <p:cNvPr id="22" name="TextBox 21">
            <a:extLst>
              <a:ext uri="{FF2B5EF4-FFF2-40B4-BE49-F238E27FC236}">
                <a16:creationId xmlns:a16="http://schemas.microsoft.com/office/drawing/2014/main" id="{39460FDA-A0DF-D344-A3AC-0E0530BC0823}"/>
              </a:ext>
            </a:extLst>
          </p:cNvPr>
          <p:cNvSpPr txBox="1"/>
          <p:nvPr/>
        </p:nvSpPr>
        <p:spPr>
          <a:xfrm>
            <a:off x="6223000" y="4902200"/>
            <a:ext cx="2413000" cy="406400"/>
          </a:xfrm>
          <a:prstGeom prst="rect">
            <a:avLst/>
          </a:prstGeom>
          <a:noFill/>
        </p:spPr>
        <p:txBody>
          <a:bodyPr vertOverflow="overflow" vert="horz" wrap="square" lIns="0" tIns="0" rIns="0" bIns="0" rtlCol="0" anchor="t" anchorCtr="0">
            <a:spAutoFit/>
          </a:bodyPr>
          <a:lstStyle/>
          <a:p>
            <a:pPr algn="l"/>
            <a:r>
              <a:rPr lang="en-US" sz="1400" dirty="0">
                <a:solidFill>
                  <a:srgbClr val="B8D0E0"/>
                </a:solidFill>
                <a:latin typeface="Arial"/>
                <a:cs typeface="Arial"/>
              </a:rPr>
              <a:t>User: care team</a:t>
            </a:r>
          </a:p>
        </p:txBody>
      </p:sp>
      <p:sp>
        <p:nvSpPr>
          <p:cNvPr id="23" name="Rectangle 22">
            <a:extLst>
              <a:ext uri="{FF2B5EF4-FFF2-40B4-BE49-F238E27FC236}">
                <a16:creationId xmlns:a16="http://schemas.microsoft.com/office/drawing/2014/main" id="{1C0B9E26-5F61-D541-BE5F-E420B73E3EEA}"/>
              </a:ext>
            </a:extLst>
          </p:cNvPr>
          <p:cNvSpPr/>
          <p:nvPr/>
        </p:nvSpPr>
        <p:spPr>
          <a:xfrm>
            <a:off x="9017000" y="1447800"/>
            <a:ext cx="533400" cy="533400"/>
          </a:xfrm>
          <a:prstGeom prst="rect">
            <a:avLst/>
          </a:prstGeom>
          <a:solidFill>
            <a:srgbClr val="D9EAF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dirty="0">
                <a:solidFill>
                  <a:srgbClr val="09263E"/>
                </a:solidFill>
                <a:latin typeface="Arial"/>
                <a:cs typeface="Arial"/>
              </a:rPr>
              <a:t>4</a:t>
            </a:r>
          </a:p>
        </p:txBody>
      </p:sp>
      <p:sp>
        <p:nvSpPr>
          <p:cNvPr id="24" name="TextBox 23">
            <a:extLst>
              <a:ext uri="{FF2B5EF4-FFF2-40B4-BE49-F238E27FC236}">
                <a16:creationId xmlns:a16="http://schemas.microsoft.com/office/drawing/2014/main" id="{CC4077D9-9AC6-014F-8A8F-BAB603DE3237}"/>
              </a:ext>
            </a:extLst>
          </p:cNvPr>
          <p:cNvSpPr txBox="1"/>
          <p:nvPr/>
        </p:nvSpPr>
        <p:spPr>
          <a:xfrm>
            <a:off x="9017000" y="2159000"/>
            <a:ext cx="2413000" cy="304800"/>
          </a:xfrm>
          <a:prstGeom prst="rect">
            <a:avLst/>
          </a:prstGeom>
          <a:noFill/>
        </p:spPr>
        <p:txBody>
          <a:bodyPr vertOverflow="overflow" vert="horz" wrap="square" lIns="0" tIns="0" rIns="0" bIns="0" rtlCol="0" anchor="t" anchorCtr="0">
            <a:spAutoFit/>
          </a:bodyPr>
          <a:lstStyle/>
          <a:p>
            <a:pPr algn="l"/>
            <a:r>
              <a:rPr lang="en-US" sz="1400" b="1" dirty="0">
                <a:solidFill>
                  <a:srgbClr val="D9EAF4"/>
                </a:solidFill>
                <a:latin typeface="Arial"/>
                <a:cs typeface="Arial"/>
              </a:rPr>
              <a:t>PRESCRIPTIVE</a:t>
            </a:r>
          </a:p>
        </p:txBody>
      </p:sp>
      <p:sp>
        <p:nvSpPr>
          <p:cNvPr id="25" name="TextBox 24">
            <a:extLst>
              <a:ext uri="{FF2B5EF4-FFF2-40B4-BE49-F238E27FC236}">
                <a16:creationId xmlns:a16="http://schemas.microsoft.com/office/drawing/2014/main" id="{9007A090-D9D3-0A42-AFB5-E48905FAAC18}"/>
              </a:ext>
            </a:extLst>
          </p:cNvPr>
          <p:cNvSpPr txBox="1"/>
          <p:nvPr/>
        </p:nvSpPr>
        <p:spPr>
          <a:xfrm>
            <a:off x="9017000" y="2590800"/>
            <a:ext cx="2413000" cy="609600"/>
          </a:xfrm>
          <a:prstGeom prst="rect">
            <a:avLst/>
          </a:prstGeom>
          <a:noFill/>
        </p:spPr>
        <p:txBody>
          <a:bodyPr vertOverflow="overflow" vert="horz" wrap="square" lIns="0" tIns="0" rIns="0" bIns="0" rtlCol="0" anchor="t" anchorCtr="0">
            <a:spAutoFit/>
          </a:bodyPr>
          <a:lstStyle/>
          <a:p>
            <a:pPr algn="l"/>
            <a:r>
              <a:rPr lang="en-US" sz="2200" b="1" dirty="0">
                <a:solidFill>
                  <a:srgbClr val="FFFFFF"/>
                </a:solidFill>
                <a:latin typeface="Arial"/>
                <a:cs typeface="Arial"/>
              </a:rPr>
              <a:t>What action should follow?</a:t>
            </a:r>
          </a:p>
        </p:txBody>
      </p:sp>
      <p:sp>
        <p:nvSpPr>
          <p:cNvPr id="26" name="TextBox 25">
            <a:extLst>
              <a:ext uri="{FF2B5EF4-FFF2-40B4-BE49-F238E27FC236}">
                <a16:creationId xmlns:a16="http://schemas.microsoft.com/office/drawing/2014/main" id="{1E8723A3-914B-8247-B57B-5B074FB9A056}"/>
              </a:ext>
            </a:extLst>
          </p:cNvPr>
          <p:cNvSpPr txBox="1"/>
          <p:nvPr/>
        </p:nvSpPr>
        <p:spPr>
          <a:xfrm>
            <a:off x="9017000" y="3390900"/>
            <a:ext cx="2413000" cy="1143000"/>
          </a:xfrm>
          <a:prstGeom prst="rect">
            <a:avLst/>
          </a:prstGeom>
          <a:noFill/>
        </p:spPr>
        <p:txBody>
          <a:bodyPr vertOverflow="overflow" vert="horz" wrap="square" lIns="0" tIns="0" rIns="0" bIns="0" rtlCol="0" anchor="t" anchorCtr="0">
            <a:spAutoFit/>
          </a:bodyPr>
          <a:lstStyle/>
          <a:p>
            <a:pPr algn="l"/>
            <a:r>
              <a:rPr lang="en-US" sz="1700" dirty="0">
                <a:solidFill>
                  <a:srgbClr val="FFFFFF"/>
                </a:solidFill>
                <a:latin typeface="Arial"/>
                <a:cs typeface="Arial"/>
              </a:rPr>
              <a:t>Rank referrals under capacity constraints with explicit safeguards.</a:t>
            </a:r>
          </a:p>
        </p:txBody>
      </p:sp>
      <p:sp>
        <p:nvSpPr>
          <p:cNvPr id="28" name="TextBox 27">
            <a:extLst>
              <a:ext uri="{FF2B5EF4-FFF2-40B4-BE49-F238E27FC236}">
                <a16:creationId xmlns:a16="http://schemas.microsoft.com/office/drawing/2014/main" id="{4B31472D-69E1-0F48-B83A-00A9BE98ECE5}"/>
              </a:ext>
            </a:extLst>
          </p:cNvPr>
          <p:cNvSpPr txBox="1"/>
          <p:nvPr/>
        </p:nvSpPr>
        <p:spPr>
          <a:xfrm>
            <a:off x="9017000" y="4902200"/>
            <a:ext cx="2413000" cy="406400"/>
          </a:xfrm>
          <a:prstGeom prst="rect">
            <a:avLst/>
          </a:prstGeom>
          <a:noFill/>
        </p:spPr>
        <p:txBody>
          <a:bodyPr vertOverflow="overflow" vert="horz" wrap="square" lIns="0" tIns="0" rIns="0" bIns="0" rtlCol="0" anchor="t" anchorCtr="0">
            <a:spAutoFit/>
          </a:bodyPr>
          <a:lstStyle/>
          <a:p>
            <a:pPr algn="l"/>
            <a:r>
              <a:rPr lang="en-US" sz="1400" dirty="0">
                <a:solidFill>
                  <a:srgbClr val="B8D0E0"/>
                </a:solidFill>
                <a:latin typeface="Arial"/>
                <a:cs typeface="Arial"/>
              </a:rPr>
              <a:t>User: bed manager</a:t>
            </a:r>
          </a:p>
        </p:txBody>
      </p:sp>
      <p:sp>
        <p:nvSpPr>
          <p:cNvPr id="29" name="Rectangle 28">
            <a:extLst>
              <a:ext uri="{FF2B5EF4-FFF2-40B4-BE49-F238E27FC236}">
                <a16:creationId xmlns:a16="http://schemas.microsoft.com/office/drawing/2014/main" id="{9A5C34BA-E851-1F45-B18D-AA6DC8E85396}"/>
              </a:ext>
            </a:extLst>
          </p:cNvPr>
          <p:cNvSpPr/>
          <p:nvPr/>
        </p:nvSpPr>
        <p:spPr>
          <a:xfrm>
            <a:off x="635000" y="5664200"/>
            <a:ext cx="10795000" cy="508000"/>
          </a:xfrm>
          <a:prstGeom prst="rect">
            <a:avLst/>
          </a:prstGeom>
          <a:solidFill>
            <a:srgbClr val="09263E"/>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1600" b="1" dirty="0">
                <a:solidFill>
                  <a:srgbClr val="FFFFFF"/>
                </a:solidFill>
                <a:latin typeface="Arial"/>
                <a:cs typeface="Arial"/>
              </a:rPr>
              <a:t>Same records · different users · different questions · different evidence standards</a:t>
            </a:r>
          </a:p>
        </p:txBody>
      </p:sp>
    </p:spTree>
    <p:extLst>
      <p:ext uri="{BB962C8B-B14F-4D97-AF65-F5344CB8AC3E}">
        <p14:creationId xmlns:p14="http://schemas.microsoft.com/office/powerpoint/2010/main" val="869067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499F5-1D2C-F4D5-9EF9-40C0D32C12EE}"/>
              </a:ext>
            </a:extLst>
          </p:cNvPr>
          <p:cNvSpPr>
            <a:spLocks noGrp="1"/>
          </p:cNvSpPr>
          <p:nvPr>
            <p:ph type="title"/>
          </p:nvPr>
        </p:nvSpPr>
        <p:spPr>
          <a:xfrm>
            <a:off x="634047" y="334645"/>
            <a:ext cx="11316480" cy="692150"/>
          </a:xfrm>
        </p:spPr>
        <p:txBody>
          <a:bodyPr/>
          <a:lstStyle/>
          <a:p>
            <a:r>
              <a:rPr lang="en-US" sz="2400" dirty="0">
                <a:ea typeface="Calibri"/>
                <a:cs typeface="Calibri"/>
              </a:rPr>
              <a:t>Use Case 1: The hospital epidemiologist wants to understand the demographic and admission characteristics of patients with sepsis and describe overall outcomes.</a:t>
            </a:r>
          </a:p>
        </p:txBody>
      </p:sp>
      <p:sp>
        <p:nvSpPr>
          <p:cNvPr id="3" name="Content Placeholder 2">
            <a:extLst>
              <a:ext uri="{FF2B5EF4-FFF2-40B4-BE49-F238E27FC236}">
                <a16:creationId xmlns:a16="http://schemas.microsoft.com/office/drawing/2014/main" id="{CD5C291C-4F76-089F-FAD3-A90D23008B8A}"/>
              </a:ext>
            </a:extLst>
          </p:cNvPr>
          <p:cNvSpPr>
            <a:spLocks noGrp="1"/>
          </p:cNvSpPr>
          <p:nvPr>
            <p:ph idx="1"/>
          </p:nvPr>
        </p:nvSpPr>
        <p:spPr>
          <a:xfrm>
            <a:off x="634047" y="1430655"/>
            <a:ext cx="10188720" cy="4787900"/>
          </a:xfrm>
        </p:spPr>
        <p:txBody>
          <a:bodyPr vert="horz" lIns="0" tIns="0" rIns="0" bIns="0" rtlCol="0" anchor="t">
            <a:noAutofit/>
          </a:bodyPr>
          <a:lstStyle/>
          <a:p>
            <a:pPr>
              <a:buFont typeface="Calibri" panose="020B0604020202020204" pitchFamily="34" charset="0"/>
              <a:buChar char="-"/>
            </a:pPr>
            <a:r>
              <a:rPr lang="en-US" sz="2000" dirty="0">
                <a:ea typeface="+mn-lt"/>
                <a:cs typeface="+mn-lt"/>
              </a:rPr>
              <a:t>Method: Descriptive Analytics</a:t>
            </a:r>
            <a:endParaRPr lang="en-US" sz="2000">
              <a:ea typeface="Calibri"/>
              <a:cs typeface="Calibri"/>
            </a:endParaRPr>
          </a:p>
          <a:p>
            <a:pPr>
              <a:buFont typeface="Calibri" panose="020B0604020202020204" pitchFamily="34" charset="0"/>
              <a:buChar char="-"/>
            </a:pPr>
            <a:r>
              <a:rPr lang="en-US" sz="2000" b="1" dirty="0">
                <a:ea typeface="+mn-lt"/>
                <a:cs typeface="+mn-lt"/>
              </a:rPr>
              <a:t>User:</a:t>
            </a:r>
            <a:r>
              <a:rPr lang="en-US" sz="2000" dirty="0">
                <a:ea typeface="+mn-lt"/>
                <a:cs typeface="+mn-lt"/>
              </a:rPr>
              <a:t> Hospital Epidemiologist</a:t>
            </a:r>
            <a:endParaRPr lang="en-US" sz="2000" dirty="0">
              <a:ea typeface="Calibri"/>
              <a:cs typeface="Calibri"/>
            </a:endParaRPr>
          </a:p>
          <a:p>
            <a:pPr>
              <a:buFont typeface="Calibri" panose="020B0604020202020204" pitchFamily="34" charset="0"/>
              <a:buChar char="-"/>
            </a:pPr>
            <a:r>
              <a:rPr lang="en-US" sz="2000" b="1" dirty="0">
                <a:ea typeface="+mn-lt"/>
                <a:cs typeface="+mn-lt"/>
              </a:rPr>
              <a:t> Questions:</a:t>
            </a:r>
            <a:endParaRPr lang="en-US" sz="2000" dirty="0">
              <a:ea typeface="Calibri"/>
              <a:cs typeface="Calibri"/>
            </a:endParaRPr>
          </a:p>
          <a:p>
            <a:pPr marL="690880" lvl="2">
              <a:buFont typeface="Wingdings" panose="020B0604020202020204" pitchFamily="34" charset="0"/>
              <a:buChar char="§"/>
            </a:pPr>
            <a:r>
              <a:rPr lang="en-US" sz="1800" dirty="0">
                <a:ea typeface="+mn-lt"/>
                <a:cs typeface="+mn-lt"/>
              </a:rPr>
              <a:t>What is the age distribution of patients with sepsis? </a:t>
            </a:r>
            <a:endParaRPr lang="en-US" sz="1800" dirty="0">
              <a:ea typeface="Calibri"/>
              <a:cs typeface="Calibri"/>
            </a:endParaRPr>
          </a:p>
          <a:p>
            <a:pPr marL="690880" lvl="2">
              <a:buFont typeface="Wingdings" panose="020B0604020202020204" pitchFamily="34" charset="0"/>
              <a:buChar char="§"/>
            </a:pPr>
            <a:r>
              <a:rPr lang="en-US" sz="1800" dirty="0">
                <a:ea typeface="+mn-lt"/>
                <a:cs typeface="+mn-lt"/>
              </a:rPr>
              <a:t>What is the sex distribution? </a:t>
            </a:r>
            <a:endParaRPr lang="en-US" sz="1800" dirty="0">
              <a:ea typeface="Calibri"/>
              <a:cs typeface="Calibri"/>
            </a:endParaRPr>
          </a:p>
          <a:p>
            <a:pPr marL="690880" lvl="2">
              <a:buFont typeface="Wingdings" panose="020B0604020202020204" pitchFamily="34" charset="0"/>
              <a:buChar char="§"/>
            </a:pPr>
            <a:r>
              <a:rPr lang="en-US" sz="1800" dirty="0">
                <a:ea typeface="+mn-lt"/>
                <a:cs typeface="+mn-lt"/>
              </a:rPr>
              <a:t>How many patients have had a single admission versus multiple admissions? </a:t>
            </a:r>
            <a:endParaRPr lang="en-US" sz="1800" dirty="0">
              <a:ea typeface="Calibri"/>
              <a:cs typeface="Calibri"/>
            </a:endParaRPr>
          </a:p>
          <a:p>
            <a:pPr marL="690880" lvl="2">
              <a:buFont typeface="Wingdings" panose="020B0604020202020204" pitchFamily="34" charset="0"/>
              <a:buChar char="§"/>
            </a:pPr>
            <a:r>
              <a:rPr lang="en-US" sz="1800" dirty="0">
                <a:ea typeface="+mn-lt"/>
                <a:cs typeface="+mn-lt"/>
              </a:rPr>
              <a:t>What proportion of patients are alive or dead at the recorded outcome? </a:t>
            </a:r>
            <a:endParaRPr lang="en-US" sz="1800" dirty="0">
              <a:ea typeface="Calibri"/>
              <a:cs typeface="Calibri"/>
            </a:endParaRPr>
          </a:p>
          <a:p>
            <a:pPr marL="690880" lvl="2">
              <a:buFont typeface="Wingdings" panose="020B0604020202020204" pitchFamily="34" charset="0"/>
              <a:buChar char="§"/>
            </a:pPr>
            <a:r>
              <a:rPr lang="en-US" sz="1800" dirty="0">
                <a:ea typeface="+mn-lt"/>
                <a:cs typeface="+mn-lt"/>
              </a:rPr>
              <a:t>How does outcome vary by age category? </a:t>
            </a:r>
            <a:endParaRPr lang="en-US" sz="1800" dirty="0">
              <a:ea typeface="Calibri"/>
              <a:cs typeface="Calibri"/>
            </a:endParaRPr>
          </a:p>
          <a:p>
            <a:pPr marL="690880" lvl="2">
              <a:buFont typeface="Wingdings" panose="020B0604020202020204" pitchFamily="34" charset="0"/>
              <a:buChar char="§"/>
            </a:pPr>
            <a:r>
              <a:rPr lang="en-US" sz="1800" dirty="0">
                <a:ea typeface="+mn-lt"/>
                <a:cs typeface="+mn-lt"/>
              </a:rPr>
              <a:t>How does outcome vary by sex? </a:t>
            </a:r>
            <a:endParaRPr lang="en-US" sz="1800" dirty="0">
              <a:ea typeface="Calibri"/>
              <a:cs typeface="Calibri"/>
            </a:endParaRPr>
          </a:p>
          <a:p>
            <a:pPr marL="690880" lvl="2">
              <a:buFont typeface="Wingdings" panose="020B0604020202020204" pitchFamily="34" charset="0"/>
              <a:buChar char="§"/>
            </a:pPr>
            <a:r>
              <a:rPr lang="en-US" sz="1800" dirty="0">
                <a:ea typeface="+mn-lt"/>
                <a:cs typeface="+mn-lt"/>
              </a:rPr>
              <a:t>How does outcome vary according to the number of admission episodes? </a:t>
            </a:r>
            <a:endParaRPr lang="en-US" sz="1800" dirty="0">
              <a:ea typeface="Calibri"/>
              <a:cs typeface="Calibri"/>
            </a:endParaRPr>
          </a:p>
          <a:p>
            <a:pPr>
              <a:buFont typeface="Calibri" panose="020B0604020202020204" pitchFamily="34" charset="0"/>
              <a:buChar char="-"/>
            </a:pPr>
            <a:r>
              <a:rPr lang="en-US" sz="2000" b="1" dirty="0">
                <a:ea typeface="+mn-lt"/>
                <a:cs typeface="+mn-lt"/>
              </a:rPr>
              <a:t>Expected outputs</a:t>
            </a:r>
            <a:endParaRPr lang="en-US" sz="2000" dirty="0">
              <a:ea typeface="Calibri"/>
              <a:cs typeface="Calibri"/>
            </a:endParaRPr>
          </a:p>
          <a:p>
            <a:pPr marL="690880" lvl="2">
              <a:buFont typeface="Wingdings"/>
              <a:buChar char="§"/>
            </a:pPr>
            <a:r>
              <a:rPr lang="en-US" sz="1600" b="1" dirty="0">
                <a:ea typeface="+mn-lt"/>
                <a:cs typeface="+mn-lt"/>
              </a:rPr>
              <a:t>Univariate and Bivariate Descriptive Analysis of Features </a:t>
            </a:r>
            <a:endParaRPr lang="en-US" sz="1600" dirty="0">
              <a:ea typeface="+mn-lt"/>
              <a:cs typeface="+mn-lt"/>
            </a:endParaRPr>
          </a:p>
          <a:p>
            <a:pPr>
              <a:buFont typeface="Calibri"/>
              <a:buChar char="-"/>
            </a:pPr>
            <a:r>
              <a:rPr lang="en-US" sz="2000" b="1" dirty="0">
                <a:ea typeface="+mn-lt"/>
                <a:cs typeface="+mn-lt"/>
              </a:rPr>
              <a:t>Purpose:</a:t>
            </a:r>
          </a:p>
          <a:p>
            <a:pPr marL="690880" lvl="2">
              <a:buFont typeface="Wingdings"/>
              <a:buChar char="§"/>
            </a:pPr>
            <a:r>
              <a:rPr lang="en-US" sz="1600" b="1" dirty="0">
                <a:ea typeface="+mn-lt"/>
                <a:cs typeface="+mn-lt"/>
              </a:rPr>
              <a:t>To provide an ov</a:t>
            </a:r>
            <a:r>
              <a:rPr lang="en-US" b="1" dirty="0">
                <a:ea typeface="+mn-lt"/>
                <a:cs typeface="+mn-lt"/>
              </a:rPr>
              <a:t>erall epidemiological profile of the sepsis population and their outcomes.</a:t>
            </a:r>
            <a:endParaRPr lang="en-US" dirty="0">
              <a:ea typeface="Calibri"/>
              <a:cs typeface="Calibri"/>
            </a:endParaRPr>
          </a:p>
        </p:txBody>
      </p:sp>
      <p:sp>
        <p:nvSpPr>
          <p:cNvPr id="4" name="Footer Placeholder 3">
            <a:extLst>
              <a:ext uri="{FF2B5EF4-FFF2-40B4-BE49-F238E27FC236}">
                <a16:creationId xmlns:a16="http://schemas.microsoft.com/office/drawing/2014/main" id="{1C8E26F9-56BC-3932-3BEA-D8AE08AA9E01}"/>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2158994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7617-37E1-176C-DEAB-504F74081DC5}"/>
              </a:ext>
            </a:extLst>
          </p:cNvPr>
          <p:cNvSpPr>
            <a:spLocks noGrp="1"/>
          </p:cNvSpPr>
          <p:nvPr>
            <p:ph type="title"/>
          </p:nvPr>
        </p:nvSpPr>
        <p:spPr>
          <a:xfrm>
            <a:off x="623887" y="334645"/>
            <a:ext cx="11235200" cy="692150"/>
          </a:xfrm>
        </p:spPr>
        <p:txBody>
          <a:bodyPr/>
          <a:lstStyle/>
          <a:p>
            <a:pPr marL="228600" indent="-228600">
              <a:spcBef>
                <a:spcPts val="1000"/>
              </a:spcBef>
            </a:pPr>
            <a:r>
              <a:rPr lang="en-US" sz="2400" dirty="0">
                <a:ea typeface="Calibri"/>
                <a:cs typeface="Calibri"/>
              </a:rPr>
              <a:t>Use Case 2 - </a:t>
            </a:r>
            <a:r>
              <a:rPr lang="en-US" sz="2400" b="1" dirty="0">
                <a:ea typeface="Calibri"/>
                <a:cs typeface="Calibri"/>
              </a:rPr>
              <a:t>The user wants to investigate whether patient characteristics are associated with  the recorded outcome.</a:t>
            </a:r>
            <a:endParaRPr lang="en-US" sz="2400">
              <a:solidFill>
                <a:srgbClr val="FFFFFF"/>
              </a:solidFill>
              <a:ea typeface="Calibri"/>
              <a:cs typeface="Calibri"/>
            </a:endParaRPr>
          </a:p>
        </p:txBody>
      </p:sp>
      <p:sp>
        <p:nvSpPr>
          <p:cNvPr id="3" name="Content Placeholder 2">
            <a:extLst>
              <a:ext uri="{FF2B5EF4-FFF2-40B4-BE49-F238E27FC236}">
                <a16:creationId xmlns:a16="http://schemas.microsoft.com/office/drawing/2014/main" id="{EE441F09-8419-D0CA-F780-FA930B7C0FDC}"/>
              </a:ext>
            </a:extLst>
          </p:cNvPr>
          <p:cNvSpPr>
            <a:spLocks noGrp="1"/>
          </p:cNvSpPr>
          <p:nvPr>
            <p:ph idx="1"/>
          </p:nvPr>
        </p:nvSpPr>
        <p:spPr>
          <a:xfrm>
            <a:off x="745807" y="1400175"/>
            <a:ext cx="10564640" cy="4787900"/>
          </a:xfrm>
        </p:spPr>
        <p:txBody>
          <a:bodyPr vert="horz" lIns="0" tIns="0" rIns="0" bIns="0" rtlCol="0" anchor="t">
            <a:noAutofit/>
          </a:bodyPr>
          <a:lstStyle/>
          <a:p>
            <a:r>
              <a:rPr lang="en-US" sz="2000" dirty="0"/>
              <a:t>Method: Diagnostic Analytics</a:t>
            </a:r>
          </a:p>
          <a:p>
            <a:r>
              <a:rPr lang="en-US" sz="2000" b="1" dirty="0"/>
              <a:t>User:</a:t>
            </a:r>
            <a:r>
              <a:rPr lang="en-US" sz="2000" dirty="0"/>
              <a:t> Hospital Epidemiologist / Clinical Data Analyst</a:t>
            </a:r>
          </a:p>
          <a:p>
            <a:r>
              <a:rPr lang="en-US" sz="2000" dirty="0"/>
              <a:t>Questions</a:t>
            </a:r>
          </a:p>
          <a:p>
            <a:pPr marL="0" indent="0">
              <a:buNone/>
            </a:pPr>
            <a:r>
              <a:rPr lang="en-US" sz="2000" b="1" dirty="0"/>
              <a:t>Age</a:t>
            </a:r>
          </a:p>
          <a:p>
            <a:pPr marL="690880" lvl="2">
              <a:buFont typeface="Wingdings"/>
              <a:buChar char="§"/>
            </a:pPr>
            <a:r>
              <a:rPr lang="en-US" sz="1600" dirty="0"/>
              <a:t>Is age associated with outcome?</a:t>
            </a:r>
          </a:p>
          <a:p>
            <a:pPr marL="690880" lvl="2">
              <a:buFont typeface="Wingdings"/>
              <a:buChar char="§"/>
            </a:pPr>
            <a:r>
              <a:rPr lang="en-US" sz="1600" dirty="0"/>
              <a:t>Does the proportion of deaths differ between age categories?</a:t>
            </a:r>
          </a:p>
          <a:p>
            <a:pPr marL="0" indent="0">
              <a:buNone/>
            </a:pPr>
            <a:r>
              <a:rPr lang="en-US" sz="2000" b="1" dirty="0"/>
              <a:t>Sex</a:t>
            </a:r>
          </a:p>
          <a:p>
            <a:pPr marL="690880" lvl="2">
              <a:buFont typeface="Wingdings"/>
              <a:buChar char="§"/>
            </a:pPr>
            <a:r>
              <a:rPr lang="en-US" sz="1600" dirty="0"/>
              <a:t>Is sex associated with outcome?</a:t>
            </a:r>
          </a:p>
          <a:p>
            <a:pPr marL="690880" lvl="2">
              <a:buFont typeface="Wingdings"/>
              <a:buChar char="§"/>
            </a:pPr>
            <a:r>
              <a:rPr lang="en-US" sz="1600" dirty="0"/>
              <a:t>Does the outcome differ between male and female patients?</a:t>
            </a:r>
          </a:p>
          <a:p>
            <a:pPr marL="0" indent="0">
              <a:buNone/>
            </a:pPr>
            <a:r>
              <a:rPr lang="en-US" sz="2000" b="1" dirty="0"/>
              <a:t>Number of admission episodes</a:t>
            </a:r>
          </a:p>
          <a:p>
            <a:pPr marL="690880" lvl="2">
              <a:buFont typeface="Wingdings"/>
              <a:buChar char="§"/>
            </a:pPr>
            <a:r>
              <a:rPr lang="en-US" sz="1600" dirty="0"/>
              <a:t>Is the number of episodes associated with outcome?</a:t>
            </a:r>
          </a:p>
          <a:p>
            <a:pPr marL="690880" lvl="2">
              <a:buFont typeface="Wingdings"/>
              <a:buChar char="§"/>
            </a:pPr>
            <a:r>
              <a:rPr lang="en-US" sz="1600" dirty="0"/>
              <a:t>Do patients with repeated admissions have a different outcome distribution?</a:t>
            </a:r>
          </a:p>
          <a:p>
            <a:r>
              <a:rPr lang="en-US" sz="2000" dirty="0"/>
              <a:t>Analytical approach</a:t>
            </a:r>
          </a:p>
          <a:p>
            <a:pPr marL="690880" lvl="2">
              <a:buFont typeface="Wingdings"/>
              <a:buChar char="§"/>
            </a:pPr>
            <a:r>
              <a:rPr lang="en-US" sz="1600" dirty="0"/>
              <a:t>Cross-tabulation</a:t>
            </a:r>
          </a:p>
          <a:p>
            <a:pPr marL="690880" lvl="2">
              <a:buFont typeface="Wingdings"/>
              <a:buChar char="§"/>
            </a:pPr>
            <a:r>
              <a:rPr lang="en-US" sz="1600" dirty="0"/>
              <a:t>Chi-square or Fisher’s exact test for categorical variables</a:t>
            </a:r>
          </a:p>
        </p:txBody>
      </p:sp>
      <p:sp>
        <p:nvSpPr>
          <p:cNvPr id="4" name="Footer Placeholder 3">
            <a:extLst>
              <a:ext uri="{FF2B5EF4-FFF2-40B4-BE49-F238E27FC236}">
                <a16:creationId xmlns:a16="http://schemas.microsoft.com/office/drawing/2014/main" id="{3547CBC2-ABC9-5BA3-3B42-867E4A998FD2}"/>
              </a:ext>
            </a:extLst>
          </p:cNvPr>
          <p:cNvSpPr>
            <a:spLocks noGrp="1"/>
          </p:cNvSpPr>
          <p:nvPr>
            <p:ph type="ftr" sz="quarter" idx="11"/>
          </p:nvPr>
        </p:nvSpPr>
        <p:spPr>
          <a:xfrm>
            <a:off x="621891" y="6418580"/>
            <a:ext cx="4373880" cy="152400"/>
          </a:xfrm>
        </p:spPr>
        <p:txBody>
          <a:bodyPr/>
          <a:lstStyle/>
          <a:p>
            <a:r>
              <a:rPr lang="en-US" dirty="0"/>
              <a:t>PROHI HT2026 · Group 2 · Seminar 28 September 2026</a:t>
            </a:r>
          </a:p>
        </p:txBody>
      </p:sp>
    </p:spTree>
    <p:extLst>
      <p:ext uri="{BB962C8B-B14F-4D97-AF65-F5344CB8AC3E}">
        <p14:creationId xmlns:p14="http://schemas.microsoft.com/office/powerpoint/2010/main" val="1318278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C6B1-5D31-91F5-4EEE-F57309D9EC0E}"/>
              </a:ext>
            </a:extLst>
          </p:cNvPr>
          <p:cNvSpPr>
            <a:spLocks noGrp="1"/>
          </p:cNvSpPr>
          <p:nvPr>
            <p:ph type="title"/>
          </p:nvPr>
        </p:nvSpPr>
        <p:spPr>
          <a:xfrm>
            <a:off x="634047" y="334645"/>
            <a:ext cx="11062480" cy="692150"/>
          </a:xfrm>
        </p:spPr>
        <p:txBody>
          <a:bodyPr/>
          <a:lstStyle/>
          <a:p>
            <a:r>
              <a:rPr lang="en-US" sz="2400" dirty="0">
                <a:ea typeface="Calibri"/>
                <a:cs typeface="Calibri"/>
              </a:rPr>
              <a:t>Use Case 3 - </a:t>
            </a:r>
            <a:r>
              <a:rPr lang="en-US" sz="2400" b="1" dirty="0">
                <a:ea typeface="Calibri"/>
                <a:cs typeface="Calibri"/>
              </a:rPr>
              <a:t>The user wants to predict a patient's outcome during admission using the available minimum features.</a:t>
            </a:r>
            <a:r>
              <a:rPr lang="en-US" sz="2400" dirty="0">
                <a:ea typeface="Calibri"/>
                <a:cs typeface="Calibri"/>
              </a:rPr>
              <a:t> </a:t>
            </a:r>
            <a:endParaRPr lang="en-US" sz="2400">
              <a:ea typeface="Calibri"/>
              <a:cs typeface="Calibri"/>
            </a:endParaRPr>
          </a:p>
        </p:txBody>
      </p:sp>
      <p:sp>
        <p:nvSpPr>
          <p:cNvPr id="3" name="Content Placeholder 2">
            <a:extLst>
              <a:ext uri="{FF2B5EF4-FFF2-40B4-BE49-F238E27FC236}">
                <a16:creationId xmlns:a16="http://schemas.microsoft.com/office/drawing/2014/main" id="{B97D498E-BE1E-1933-EBE0-A79E708089B7}"/>
              </a:ext>
            </a:extLst>
          </p:cNvPr>
          <p:cNvSpPr>
            <a:spLocks noGrp="1"/>
          </p:cNvSpPr>
          <p:nvPr>
            <p:ph idx="1"/>
          </p:nvPr>
        </p:nvSpPr>
        <p:spPr>
          <a:xfrm>
            <a:off x="634047" y="1471295"/>
            <a:ext cx="11265680" cy="4787900"/>
          </a:xfrm>
        </p:spPr>
        <p:txBody>
          <a:bodyPr vert="horz" lIns="0" tIns="0" rIns="0" bIns="0" rtlCol="0" anchor="t">
            <a:noAutofit/>
          </a:bodyPr>
          <a:lstStyle/>
          <a:p>
            <a:r>
              <a:rPr lang="en-US" sz="2400" dirty="0"/>
              <a:t>Method: Predictive Analytics</a:t>
            </a:r>
          </a:p>
          <a:p>
            <a:pPr marL="690880" lvl="2">
              <a:buFont typeface="Wingdings"/>
              <a:buChar char="§"/>
            </a:pPr>
            <a:r>
              <a:rPr lang="en-US" sz="1800" b="1" dirty="0"/>
              <a:t>User:</a:t>
            </a:r>
            <a:r>
              <a:rPr lang="en-US" sz="1800" dirty="0"/>
              <a:t> Clinician / Hospital Epidemiologist / Clinical Decision-Support Team</a:t>
            </a:r>
          </a:p>
          <a:p>
            <a:pPr marL="690880" lvl="2">
              <a:buFont typeface="Wingdings"/>
              <a:buChar char="§"/>
            </a:pPr>
            <a:r>
              <a:rPr lang="en-US" sz="1800" dirty="0"/>
              <a:t>Predictor features: Three (age, sex, and episode number)</a:t>
            </a:r>
          </a:p>
          <a:p>
            <a:pPr marL="0" indent="0">
              <a:buNone/>
            </a:pPr>
            <a:r>
              <a:rPr lang="en-US" sz="2400" dirty="0"/>
              <a:t>Question</a:t>
            </a:r>
          </a:p>
          <a:p>
            <a:pPr marL="690880" lvl="2">
              <a:buFont typeface="Wingdings"/>
              <a:buChar char="§"/>
            </a:pPr>
            <a:r>
              <a:rPr lang="en-US" sz="1800" b="1" dirty="0"/>
              <a:t>Can the recorded hospital outcome be predicted from the three available admission predictors?</a:t>
            </a:r>
          </a:p>
          <a:p>
            <a:pPr marL="0" indent="0">
              <a:buNone/>
            </a:pPr>
            <a:endParaRPr lang="en-US" sz="2400" b="1" dirty="0"/>
          </a:p>
          <a:p>
            <a:pPr marL="0" indent="0">
              <a:buNone/>
            </a:pPr>
            <a:r>
              <a:rPr lang="en-US" sz="2000" b="1" dirty="0"/>
              <a:t>Age + sex + episode number → ML model → predicted outcome (alive / dead)</a:t>
            </a:r>
          </a:p>
          <a:p>
            <a:pPr marL="0" indent="0">
              <a:buNone/>
            </a:pPr>
            <a:endParaRPr lang="en-US" sz="2400" dirty="0"/>
          </a:p>
          <a:p>
            <a:pPr marL="0" indent="0">
              <a:buNone/>
            </a:pPr>
            <a:r>
              <a:rPr lang="en-US" sz="2400" dirty="0"/>
              <a:t>Candidate models</a:t>
            </a:r>
          </a:p>
          <a:p>
            <a:pPr marL="690880" lvl="2">
              <a:buFont typeface="Wingdings"/>
              <a:buChar char="§"/>
            </a:pPr>
            <a:r>
              <a:rPr lang="en-US" sz="1800" dirty="0"/>
              <a:t>Logistic regression</a:t>
            </a:r>
          </a:p>
          <a:p>
            <a:pPr marL="690880" lvl="2">
              <a:buFont typeface="Wingdings"/>
              <a:buChar char="§"/>
            </a:pPr>
            <a:r>
              <a:rPr lang="en-US" sz="1800" dirty="0"/>
              <a:t>Decision tree</a:t>
            </a:r>
          </a:p>
          <a:p>
            <a:pPr marL="690880" lvl="2">
              <a:buFont typeface="Wingdings"/>
              <a:buChar char="§"/>
            </a:pPr>
            <a:r>
              <a:rPr lang="en-US" sz="1800" dirty="0"/>
              <a:t>Random forest</a:t>
            </a:r>
          </a:p>
          <a:p>
            <a:pPr marL="690880" lvl="2">
              <a:buFont typeface="Wingdings"/>
              <a:buChar char="§"/>
            </a:pPr>
            <a:r>
              <a:rPr lang="en-US" sz="1800" dirty="0"/>
              <a:t>XGBoost or another tree-based boosting model</a:t>
            </a:r>
          </a:p>
        </p:txBody>
      </p:sp>
      <p:sp>
        <p:nvSpPr>
          <p:cNvPr id="4" name="Footer Placeholder 3">
            <a:extLst>
              <a:ext uri="{FF2B5EF4-FFF2-40B4-BE49-F238E27FC236}">
                <a16:creationId xmlns:a16="http://schemas.microsoft.com/office/drawing/2014/main" id="{2C3649E1-D452-3C31-0EF3-C6CBC8192C6B}"/>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4109625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63A65-D8D4-7133-E39C-93DEDE04E429}"/>
              </a:ext>
            </a:extLst>
          </p:cNvPr>
          <p:cNvSpPr>
            <a:spLocks noGrp="1"/>
          </p:cNvSpPr>
          <p:nvPr>
            <p:ph type="title"/>
          </p:nvPr>
        </p:nvSpPr>
        <p:spPr>
          <a:xfrm>
            <a:off x="634047" y="334645"/>
            <a:ext cx="11194560" cy="692150"/>
          </a:xfrm>
        </p:spPr>
        <p:txBody>
          <a:bodyPr/>
          <a:lstStyle/>
          <a:p>
            <a:r>
              <a:rPr lang="en-US" sz="2400" dirty="0">
                <a:ea typeface="Calibri"/>
                <a:cs typeface="Calibri"/>
              </a:rPr>
              <a:t>Use Case 4 - </a:t>
            </a:r>
            <a:r>
              <a:rPr lang="en-US" sz="1800" b="1" dirty="0">
                <a:ea typeface="Calibri"/>
                <a:cs typeface="Calibri"/>
              </a:rPr>
              <a:t>The hospital has limited available beds. Several patients have been referred for admission, and the administration wants to determine how to prioritize the available beds.</a:t>
            </a:r>
            <a:endParaRPr lang="en-US" dirty="0"/>
          </a:p>
        </p:txBody>
      </p:sp>
      <p:sp>
        <p:nvSpPr>
          <p:cNvPr id="3" name="Content Placeholder 2">
            <a:extLst>
              <a:ext uri="{FF2B5EF4-FFF2-40B4-BE49-F238E27FC236}">
                <a16:creationId xmlns:a16="http://schemas.microsoft.com/office/drawing/2014/main" id="{8D7B4F6D-BBF1-F00C-4186-7509CB33D9F9}"/>
              </a:ext>
            </a:extLst>
          </p:cNvPr>
          <p:cNvSpPr>
            <a:spLocks noGrp="1"/>
          </p:cNvSpPr>
          <p:nvPr>
            <p:ph idx="1"/>
          </p:nvPr>
        </p:nvSpPr>
        <p:spPr>
          <a:xfrm>
            <a:off x="928687" y="1623695"/>
            <a:ext cx="10737360" cy="4508500"/>
          </a:xfrm>
        </p:spPr>
        <p:txBody>
          <a:bodyPr vert="horz" lIns="0" tIns="0" rIns="0" bIns="0" rtlCol="0" anchor="t">
            <a:noAutofit/>
          </a:bodyPr>
          <a:lstStyle/>
          <a:p>
            <a:r>
              <a:rPr lang="en-US" sz="2000" dirty="0"/>
              <a:t>Method: Prescriptive Analytics</a:t>
            </a:r>
          </a:p>
          <a:p>
            <a:r>
              <a:rPr lang="en-US" sz="2000" b="1" dirty="0"/>
              <a:t>User:</a:t>
            </a:r>
            <a:r>
              <a:rPr lang="en-US" sz="2000" dirty="0"/>
              <a:t> Hospital Administration / Admission Management Team</a:t>
            </a:r>
          </a:p>
          <a:p>
            <a:r>
              <a:rPr lang="en-US" sz="2000" dirty="0"/>
              <a:t>Question</a:t>
            </a:r>
          </a:p>
          <a:p>
            <a:pPr marL="690880" lvl="2">
              <a:buFont typeface="Wingdings"/>
              <a:buChar char="§"/>
            </a:pPr>
            <a:r>
              <a:rPr lang="en-US" sz="2000" b="1" dirty="0"/>
              <a:t>How could predicted risk support—but not determine—bed-prioritization decisions when capacity is limited?</a:t>
            </a:r>
          </a:p>
          <a:p>
            <a:r>
              <a:rPr lang="en-US" sz="2000" dirty="0"/>
              <a:t>Decision-support pipeline</a:t>
            </a:r>
          </a:p>
          <a:p>
            <a:r>
              <a:rPr lang="en-US" sz="2000" b="1" dirty="0"/>
              <a:t>Referred patients → validated risk estimate → clinical review → policy and ethics checks → documented priority decision</a:t>
            </a:r>
          </a:p>
          <a:p>
            <a:r>
              <a:rPr lang="en-US" sz="1800" b="1" dirty="0"/>
              <a:t>Safeguard: the model must not autonomously allocate beds; medical need, referral rules, fairness, uncertainty, and human oversight remain decisive.</a:t>
            </a:r>
          </a:p>
        </p:txBody>
      </p:sp>
      <p:sp>
        <p:nvSpPr>
          <p:cNvPr id="4" name="Footer Placeholder 3">
            <a:extLst>
              <a:ext uri="{FF2B5EF4-FFF2-40B4-BE49-F238E27FC236}">
                <a16:creationId xmlns:a16="http://schemas.microsoft.com/office/drawing/2014/main" id="{AC588B5E-D0B1-CFE7-B489-16DC8CE9501B}"/>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3188219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8F21C-BDB0-3994-8358-E17EB93BB7A5}"/>
              </a:ext>
            </a:extLst>
          </p:cNvPr>
          <p:cNvSpPr>
            <a:spLocks noGrp="1"/>
          </p:cNvSpPr>
          <p:nvPr>
            <p:ph type="title"/>
          </p:nvPr>
        </p:nvSpPr>
        <p:spPr/>
        <p:txBody>
          <a:bodyPr/>
          <a:lstStyle/>
          <a:p>
            <a:r>
              <a:rPr lang="en-US" noProof="0" dirty="0"/>
              <a:t>AI can support the workflow—but accountability stays human</a:t>
            </a:r>
          </a:p>
        </p:txBody>
      </p:sp>
      <p:sp>
        <p:nvSpPr>
          <p:cNvPr id="3" name="Content Placeholder 2">
            <a:extLst>
              <a:ext uri="{FF2B5EF4-FFF2-40B4-BE49-F238E27FC236}">
                <a16:creationId xmlns:a16="http://schemas.microsoft.com/office/drawing/2014/main" id="{1D8770AC-8CB7-A5DA-F1FC-DB3DBE6BE611}"/>
              </a:ext>
            </a:extLst>
          </p:cNvPr>
          <p:cNvSpPr>
            <a:spLocks noGrp="1"/>
          </p:cNvSpPr>
          <p:nvPr>
            <p:ph idx="1"/>
          </p:nvPr>
        </p:nvSpPr>
        <p:spPr/>
        <p:txBody>
          <a:bodyPr/>
          <a:lstStyle/>
          <a:p>
            <a:pPr lvl="1"/>
            <a:r>
              <a:rPr lang="en-US" sz="2000" dirty="0"/>
              <a:t>Use AI to accelerate literature screening, code drafting, data-quality checks, and model comparison.</a:t>
            </a:r>
          </a:p>
          <a:p>
            <a:pPr lvl="1"/>
            <a:r>
              <a:rPr lang="en-US" sz="2000" dirty="0"/>
              <a:t>Verify every statistic, citation, transformation, and output against the original source or dataset.</a:t>
            </a:r>
          </a:p>
          <a:p>
            <a:pPr lvl="1"/>
            <a:r>
              <a:rPr lang="en-US" sz="2000" dirty="0"/>
              <a:t>Keep patient data protected; do not enter identifiable health information into unapproved tools.</a:t>
            </a:r>
          </a:p>
          <a:p>
            <a:pPr lvl="1"/>
            <a:r>
              <a:rPr lang="en-US" sz="2000" dirty="0"/>
              <a:t>Document prompts, assumptions, model versions, and human review so the analysis remains reproducible.</a:t>
            </a:r>
          </a:p>
        </p:txBody>
      </p:sp>
      <p:sp>
        <p:nvSpPr>
          <p:cNvPr id="4" name="Footer Placeholder 3">
            <a:extLst>
              <a:ext uri="{FF2B5EF4-FFF2-40B4-BE49-F238E27FC236}">
                <a16:creationId xmlns:a16="http://schemas.microsoft.com/office/drawing/2014/main" id="{E4073655-87A1-2AA2-CBE6-69B249DF01CB}"/>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54478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72F9D-87A3-898B-5F62-F237982E631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B127FDD-2A1A-A1B8-2EB2-FF0F58CC7B24}"/>
              </a:ext>
            </a:extLst>
          </p:cNvPr>
          <p:cNvSpPr>
            <a:spLocks noGrp="1"/>
          </p:cNvSpPr>
          <p:nvPr>
            <p:ph idx="1"/>
          </p:nvPr>
        </p:nvSpPr>
        <p:spPr/>
        <p:txBody>
          <a:bodyPr/>
          <a:lstStyle/>
          <a:p>
            <a:pPr>
              <a:buNone/>
            </a:pPr>
            <a:r>
              <a:rPr lang="en-SE" dirty="0"/>
              <a:t>[1] Cleveland Clinic. Sepsis [Internet]. Updated 2025 Mar 29 [cited 2026 Sept 27]. Available from: </a:t>
            </a:r>
            <a:r>
              <a:rPr lang="en-SE" dirty="0">
                <a:hlinkClick r:id="rId2"/>
              </a:rPr>
              <a:t>https://my.clevelandclinic.org/health/diseases/12361-sepsis</a:t>
            </a:r>
            <a:r>
              <a:rPr lang="en-SE" dirty="0"/>
              <a:t>.</a:t>
            </a:r>
          </a:p>
          <a:p>
            <a:pPr>
              <a:buNone/>
            </a:pPr>
            <a:r>
              <a:rPr lang="en-SE" dirty="0"/>
              <a:t>[2] Gray AP, Chung E, Hsu RL, Araki DT, Gershberg Hayoon A, Davis Weaver N, Swetschinski LR, Wool EE, Han C, Mestrovic T, et al. Global, regional, and national sepsis incidence and mortality, 1990–2021: a systematic analysis. The Lancet Global Health. 2025;13(12):e2013–26. DOI: </a:t>
            </a:r>
            <a:r>
              <a:rPr lang="en-SE" dirty="0">
                <a:hlinkClick r:id="rId3"/>
              </a:rPr>
              <a:t>10.1016/S2214-109X(25)00356-0</a:t>
            </a:r>
            <a:r>
              <a:rPr lang="en-SE" dirty="0"/>
              <a:t>.</a:t>
            </a:r>
          </a:p>
          <a:p>
            <a:pPr>
              <a:buNone/>
            </a:pPr>
            <a:r>
              <a:rPr lang="en-SE" dirty="0"/>
              <a:t>[3] U.S. Centers for Disease Control and Prevention. About Sepsis [Internet]. [cited 2026 Sept 27]. Available from: </a:t>
            </a:r>
            <a:r>
              <a:rPr lang="en-SE" dirty="0">
                <a:hlinkClick r:id="rId4"/>
              </a:rPr>
              <a:t>https://www.cdc.gov/sepsis/about/index.html</a:t>
            </a:r>
            <a:r>
              <a:rPr lang="en-SE" dirty="0"/>
              <a:t>.</a:t>
            </a:r>
          </a:p>
          <a:p>
            <a:pPr>
              <a:buNone/>
            </a:pPr>
            <a:r>
              <a:rPr lang="en-SE" dirty="0"/>
              <a:t>[4] Chicco D, Jurman G. Sepsis Survival Minimal Clinical Records [dataset]. UCI Machine Learning Repository; 2023. DOI: </a:t>
            </a:r>
            <a:r>
              <a:rPr lang="en-SE" dirty="0">
                <a:hlinkClick r:id="rId5"/>
              </a:rPr>
              <a:t>10.24432/C53C8N</a:t>
            </a:r>
            <a:r>
              <a:rPr lang="en-SE" dirty="0"/>
              <a:t>.</a:t>
            </a:r>
          </a:p>
        </p:txBody>
      </p:sp>
      <p:sp>
        <p:nvSpPr>
          <p:cNvPr id="4" name="Footer Placeholder 3">
            <a:extLst>
              <a:ext uri="{FF2B5EF4-FFF2-40B4-BE49-F238E27FC236}">
                <a16:creationId xmlns:a16="http://schemas.microsoft.com/office/drawing/2014/main" id="{1BA2897B-C99E-DAD2-053D-689B9980C4F0}"/>
              </a:ext>
            </a:extLst>
          </p:cNvPr>
          <p:cNvSpPr>
            <a:spLocks noGrp="1"/>
          </p:cNvSpPr>
          <p:nvPr>
            <p:ph type="ftr" sz="quarter" idx="11"/>
          </p:nvPr>
        </p:nvSpPr>
        <p:spPr/>
        <p:txBody>
          <a:bodyPr/>
          <a:lstStyle/>
          <a:p>
            <a:r>
              <a:rPr lang="en-US" dirty="0"/>
              <a:t>PROHI HT2026 · Group 2 · Seminar 28 September 2026</a:t>
            </a:r>
          </a:p>
        </p:txBody>
      </p:sp>
    </p:spTree>
    <p:extLst>
      <p:ext uri="{BB962C8B-B14F-4D97-AF65-F5344CB8AC3E}">
        <p14:creationId xmlns:p14="http://schemas.microsoft.com/office/powerpoint/2010/main" val="948289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3763"/>
          </a:solidFill>
          <a:ln w="12700">
            <a:solidFill>
              <a:srgbClr val="FFFFFF">
                <a:alpha val="0"/>
              </a:srgbClr>
            </a:solidFill>
            <a:prstDash val="solid"/>
          </a:ln>
        </p:spPr>
        <p:txBody>
          <a:bodyPr/>
          <a:lstStyle/>
          <a:p>
            <a:endParaRPr lang="en-US"/>
          </a:p>
        </p:txBody>
      </p:sp>
      <p:sp>
        <p:nvSpPr>
          <p:cNvPr id="3" name="Text 1"/>
          <p:cNvSpPr/>
          <p:nvPr/>
        </p:nvSpPr>
        <p:spPr>
          <a:xfrm>
            <a:off x="628634" y="342900"/>
            <a:ext cx="7238819" cy="590550"/>
          </a:xfrm>
          <a:prstGeom prst="rect">
            <a:avLst/>
          </a:prstGeom>
          <a:noFill/>
          <a:ln/>
        </p:spPr>
        <p:txBody>
          <a:bodyPr wrap="square" lIns="0" tIns="0" rIns="0" bIns="0" rtlCol="0" anchor="t"/>
          <a:lstStyle/>
          <a:p>
            <a:pPr marL="0" indent="0" algn="l">
              <a:buNone/>
            </a:pPr>
            <a:r>
              <a:rPr lang="en-US" sz="3000" dirty="0">
                <a:solidFill>
                  <a:srgbClr val="FFFFFF"/>
                </a:solidFill>
                <a:latin typeface="Arial" pitchFamily="34" charset="0"/>
                <a:ea typeface="Arial" pitchFamily="34" charset="-122"/>
                <a:cs typeface="Arial" pitchFamily="34" charset="-120"/>
              </a:rPr>
              <a:t>Cooperation with AI</a:t>
            </a:r>
            <a:endParaRPr lang="en-US" sz="3000" dirty="0"/>
          </a:p>
        </p:txBody>
      </p:sp>
      <p:sp>
        <p:nvSpPr>
          <p:cNvPr id="4" name="Shape 2"/>
          <p:cNvSpPr/>
          <p:nvPr/>
        </p:nvSpPr>
        <p:spPr>
          <a:xfrm>
            <a:off x="628634" y="1047750"/>
            <a:ext cx="10934427" cy="4591050"/>
          </a:xfrm>
          <a:prstGeom prst="rect">
            <a:avLst/>
          </a:prstGeom>
          <a:solidFill>
            <a:srgbClr val="FFFFFF"/>
          </a:solidFill>
          <a:ln w="57150">
            <a:solidFill>
              <a:srgbClr val="111111"/>
            </a:solidFill>
            <a:prstDash val="solid"/>
          </a:ln>
        </p:spPr>
        <p:txBody>
          <a:bodyPr/>
          <a:lstStyle/>
          <a:p>
            <a:endParaRPr lang="en-US"/>
          </a:p>
        </p:txBody>
      </p:sp>
      <p:pic>
        <p:nvPicPr>
          <p:cNvPr id="5" name="BasisPointsImage" descr="preencoded.png"/>
          <p:cNvPicPr>
            <a:picLocks noChangeAspect="1"/>
          </p:cNvPicPr>
          <p:nvPr/>
        </p:nvPicPr>
        <p:blipFill>
          <a:blip r:embed="rId3"/>
          <a:srcRect t="18970" b="18970"/>
          <a:stretch/>
        </p:blipFill>
        <p:spPr>
          <a:xfrm>
            <a:off x="685783" y="1104900"/>
            <a:ext cx="10820129" cy="4476750"/>
          </a:xfrm>
          <a:prstGeom prst="rect">
            <a:avLst/>
          </a:prstGeom>
        </p:spPr>
      </p:pic>
      <p:sp>
        <p:nvSpPr>
          <p:cNvPr id="6" name="Shape 3"/>
          <p:cNvSpPr/>
          <p:nvPr/>
        </p:nvSpPr>
        <p:spPr>
          <a:xfrm>
            <a:off x="6114897" y="1104900"/>
            <a:ext cx="76198" cy="4476750"/>
          </a:xfrm>
          <a:prstGeom prst="rect">
            <a:avLst/>
          </a:prstGeom>
          <a:solidFill>
            <a:srgbClr val="111111"/>
          </a:solidFill>
          <a:ln w="12700">
            <a:solidFill>
              <a:srgbClr val="FFFFFF">
                <a:alpha val="0"/>
              </a:srgbClr>
            </a:solidFill>
            <a:prstDash val="solid"/>
          </a:ln>
        </p:spPr>
        <p:txBody>
          <a:bodyPr/>
          <a:lstStyle/>
          <a:p>
            <a:endParaRPr lang="en-US"/>
          </a:p>
        </p:txBody>
      </p:sp>
      <p:sp>
        <p:nvSpPr>
          <p:cNvPr id="7" name="Shape 4"/>
          <p:cNvSpPr/>
          <p:nvPr/>
        </p:nvSpPr>
        <p:spPr>
          <a:xfrm>
            <a:off x="914377" y="4381500"/>
            <a:ext cx="4762381" cy="876300"/>
          </a:xfrm>
          <a:prstGeom prst="rect">
            <a:avLst/>
          </a:prstGeom>
          <a:solidFill>
            <a:srgbClr val="111111"/>
          </a:solidFill>
          <a:ln w="12700">
            <a:solidFill>
              <a:srgbClr val="FFFFFF">
                <a:alpha val="0"/>
              </a:srgbClr>
            </a:solidFill>
            <a:prstDash val="solid"/>
          </a:ln>
        </p:spPr>
        <p:txBody>
          <a:bodyPr/>
          <a:lstStyle/>
          <a:p>
            <a:endParaRPr lang="en-US"/>
          </a:p>
        </p:txBody>
      </p:sp>
      <p:sp>
        <p:nvSpPr>
          <p:cNvPr id="8" name="Shape 5"/>
          <p:cNvSpPr/>
          <p:nvPr/>
        </p:nvSpPr>
        <p:spPr>
          <a:xfrm>
            <a:off x="6419690" y="4210050"/>
            <a:ext cx="4895728" cy="1047750"/>
          </a:xfrm>
          <a:prstGeom prst="rect">
            <a:avLst/>
          </a:prstGeom>
          <a:solidFill>
            <a:srgbClr val="111111"/>
          </a:solidFill>
          <a:ln w="12700">
            <a:solidFill>
              <a:srgbClr val="FFFFFF">
                <a:alpha val="0"/>
              </a:srgbClr>
            </a:solidFill>
            <a:prstDash val="solid"/>
          </a:ln>
        </p:spPr>
        <p:txBody>
          <a:bodyPr/>
          <a:lstStyle/>
          <a:p>
            <a:endParaRPr lang="en-US"/>
          </a:p>
        </p:txBody>
      </p:sp>
      <p:sp>
        <p:nvSpPr>
          <p:cNvPr id="9" name="Text 6"/>
          <p:cNvSpPr/>
          <p:nvPr/>
        </p:nvSpPr>
        <p:spPr>
          <a:xfrm>
            <a:off x="1085823" y="4505325"/>
            <a:ext cx="4381390" cy="609600"/>
          </a:xfrm>
          <a:prstGeom prst="rect">
            <a:avLst/>
          </a:prstGeom>
          <a:noFill/>
          <a:ln/>
        </p:spPr>
        <p:txBody>
          <a:bodyPr wrap="square" lIns="0" tIns="0" rIns="0" bIns="0" rtlCol="0" anchor="t"/>
          <a:lstStyle/>
          <a:p>
            <a:pPr marL="0" indent="0" algn="l">
              <a:buNone/>
            </a:pPr>
            <a:r>
              <a:rPr lang="en-US" sz="1750" b="1" dirty="0">
                <a:solidFill>
                  <a:srgbClr val="FFFFFF"/>
                </a:solidFill>
                <a:latin typeface="Arial" pitchFamily="34" charset="0"/>
                <a:ea typeface="Arial" pitchFamily="34" charset="-122"/>
                <a:cs typeface="Arial" pitchFamily="34" charset="-120"/>
              </a:rPr>
              <a:t>EXPECTATION</a:t>
            </a:r>
            <a:endParaRPr lang="en-US" sz="1750" dirty="0"/>
          </a:p>
          <a:p>
            <a:pPr marL="0" indent="0" algn="l">
              <a:buNone/>
            </a:pPr>
            <a:r>
              <a:rPr lang="en-US" sz="1750" b="1" dirty="0">
                <a:solidFill>
                  <a:srgbClr val="FFFFFF"/>
                </a:solidFill>
                <a:latin typeface="Arial" pitchFamily="34" charset="0"/>
                <a:ea typeface="Arial" pitchFamily="34" charset="-122"/>
                <a:cs typeface="Arial" pitchFamily="34" charset="-120"/>
              </a:rPr>
              <a:t>“AI will save me hours.”</a:t>
            </a:r>
            <a:endParaRPr lang="en-US" sz="1750" dirty="0"/>
          </a:p>
        </p:txBody>
      </p:sp>
      <p:sp>
        <p:nvSpPr>
          <p:cNvPr id="10" name="Text 7"/>
          <p:cNvSpPr/>
          <p:nvPr/>
        </p:nvSpPr>
        <p:spPr>
          <a:xfrm>
            <a:off x="6591135" y="4333875"/>
            <a:ext cx="4524262" cy="800100"/>
          </a:xfrm>
          <a:prstGeom prst="rect">
            <a:avLst/>
          </a:prstGeom>
          <a:noFill/>
          <a:ln/>
        </p:spPr>
        <p:txBody>
          <a:bodyPr wrap="square" lIns="0" tIns="0" rIns="0" bIns="0" rtlCol="0" anchor="t"/>
          <a:lstStyle/>
          <a:p>
            <a:pPr marL="0" indent="0" algn="l">
              <a:buNone/>
            </a:pPr>
            <a:r>
              <a:rPr lang="en-US" sz="1450" b="1" dirty="0">
                <a:solidFill>
                  <a:srgbClr val="FFFFFF"/>
                </a:solidFill>
                <a:latin typeface="Arial" pitchFamily="34" charset="0"/>
                <a:ea typeface="Arial" pitchFamily="34" charset="-122"/>
                <a:cs typeface="Arial" pitchFamily="34" charset="-120"/>
              </a:rPr>
              <a:t>REALITY · VERSION 17</a:t>
            </a:r>
            <a:endParaRPr lang="en-US" sz="1450" dirty="0"/>
          </a:p>
          <a:p>
            <a:pPr marL="0" indent="0" algn="l">
              <a:buNone/>
            </a:pPr>
            <a:r>
              <a:rPr lang="en-US" sz="1450" b="1" dirty="0">
                <a:solidFill>
                  <a:srgbClr val="FFFFFF"/>
                </a:solidFill>
                <a:latin typeface="Arial" pitchFamily="34" charset="0"/>
                <a:ea typeface="Arial" pitchFamily="34" charset="-122"/>
                <a:cs typeface="Arial" pitchFamily="34" charset="-120"/>
              </a:rPr>
              <a:t>“Keep everything the same — but make it feel more human.”</a:t>
            </a:r>
            <a:endParaRPr lang="en-US" sz="1450" dirty="0"/>
          </a:p>
        </p:txBody>
      </p:sp>
      <p:sp>
        <p:nvSpPr>
          <p:cNvPr id="11" name="Shape 8"/>
          <p:cNvSpPr/>
          <p:nvPr/>
        </p:nvSpPr>
        <p:spPr>
          <a:xfrm>
            <a:off x="2324042" y="5810250"/>
            <a:ext cx="7543611" cy="476250"/>
          </a:xfrm>
          <a:prstGeom prst="rect">
            <a:avLst/>
          </a:prstGeom>
          <a:solidFill>
            <a:srgbClr val="0D527A"/>
          </a:solidFill>
          <a:ln w="12700">
            <a:solidFill>
              <a:srgbClr val="FFFFFF">
                <a:alpha val="0"/>
              </a:srgbClr>
            </a:solidFill>
            <a:prstDash val="solid"/>
          </a:ln>
        </p:spPr>
        <p:txBody>
          <a:bodyPr/>
          <a:lstStyle/>
          <a:p>
            <a:endParaRPr lang="en-US"/>
          </a:p>
        </p:txBody>
      </p:sp>
      <p:sp>
        <p:nvSpPr>
          <p:cNvPr id="12" name="Text 9"/>
          <p:cNvSpPr/>
          <p:nvPr/>
        </p:nvSpPr>
        <p:spPr>
          <a:xfrm>
            <a:off x="2619310" y="5915025"/>
            <a:ext cx="6953076" cy="266700"/>
          </a:xfrm>
          <a:prstGeom prst="rect">
            <a:avLst/>
          </a:prstGeom>
          <a:noFill/>
          <a:ln/>
        </p:spPr>
        <p:txBody>
          <a:bodyPr wrap="square" lIns="0" tIns="0" rIns="0" bIns="0" rtlCol="0" anchor="t"/>
          <a:lstStyle/>
          <a:p>
            <a:pPr marL="0" indent="0" algn="ctr">
              <a:buNone/>
            </a:pPr>
            <a:r>
              <a:rPr lang="en-US" sz="1350" b="1" dirty="0">
                <a:solidFill>
                  <a:srgbClr val="FFFFFF"/>
                </a:solidFill>
                <a:latin typeface="Arial" pitchFamily="34" charset="0"/>
                <a:ea typeface="Arial" pitchFamily="34" charset="-122"/>
                <a:cs typeface="Arial" pitchFamily="34" charset="-120"/>
              </a:rPr>
              <a:t>AI drafts. Humans decide when it’s actually done.</a:t>
            </a:r>
            <a:endParaRPr lang="en-US" sz="1350" dirty="0"/>
          </a:p>
        </p:txBody>
      </p:sp>
      <p:sp>
        <p:nvSpPr>
          <p:cNvPr id="13" name="Text 10"/>
          <p:cNvSpPr/>
          <p:nvPr/>
        </p:nvSpPr>
        <p:spPr>
          <a:xfrm>
            <a:off x="628634" y="6419850"/>
            <a:ext cx="4476638" cy="209550"/>
          </a:xfrm>
          <a:prstGeom prst="rect">
            <a:avLst/>
          </a:prstGeom>
          <a:noFill/>
          <a:ln/>
        </p:spPr>
        <p:txBody>
          <a:bodyPr wrap="square" lIns="0" tIns="0" rIns="0" bIns="0" rtlCol="0" anchor="t"/>
          <a:lstStyle/>
          <a:p>
            <a:pPr marL="0" indent="0" algn="l">
              <a:buNone/>
            </a:pPr>
            <a:r>
              <a:rPr lang="en-US" sz="850" b="1" dirty="0">
                <a:solidFill>
                  <a:srgbClr val="FFFFFF"/>
                </a:solidFill>
                <a:latin typeface="Arial" pitchFamily="34" charset="0"/>
                <a:ea typeface="Arial" pitchFamily="34" charset="-122"/>
                <a:cs typeface="Arial" pitchFamily="34" charset="-120"/>
              </a:rPr>
              <a:t>PROH HT2026 · Group 2 · Seminar 28 September 2026</a:t>
            </a:r>
            <a:endParaRPr lang="en-US" sz="850" dirty="0"/>
          </a:p>
        </p:txBody>
      </p:sp>
      <p:sp>
        <p:nvSpPr>
          <p:cNvPr id="14" name="Text 11"/>
          <p:cNvSpPr/>
          <p:nvPr/>
        </p:nvSpPr>
        <p:spPr>
          <a:xfrm>
            <a:off x="9086623" y="6381750"/>
            <a:ext cx="2476438" cy="228600"/>
          </a:xfrm>
          <a:prstGeom prst="rect">
            <a:avLst/>
          </a:prstGeom>
          <a:noFill/>
          <a:ln/>
        </p:spPr>
        <p:txBody>
          <a:bodyPr wrap="square" lIns="0" tIns="0" rIns="0" bIns="0" rtlCol="0" anchor="t"/>
          <a:lstStyle/>
          <a:p>
            <a:pPr marL="0" indent="0" algn="r">
              <a:buNone/>
            </a:pPr>
            <a:r>
              <a:rPr lang="en-US" sz="1000" dirty="0">
                <a:solidFill>
                  <a:srgbClr val="FFFFFF"/>
                </a:solidFill>
                <a:latin typeface="Arial" pitchFamily="34" charset="0"/>
                <a:ea typeface="Arial" pitchFamily="34" charset="-122"/>
                <a:cs typeface="Arial" pitchFamily="34" charset="-120"/>
              </a:rPr>
              <a:t>Stockholms universitet</a:t>
            </a:r>
            <a:endParaRPr lang="en-US" sz="1000" dirty="0"/>
          </a:p>
        </p:txBody>
      </p:sp>
    </p:spTree>
    <p:extLst>
      <p:ext uri="{BB962C8B-B14F-4D97-AF65-F5344CB8AC3E}">
        <p14:creationId xmlns:p14="http://schemas.microsoft.com/office/powerpoint/2010/main" val="1654927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3ADF171-0556-1E6C-DF0C-10463B9A8C1F}"/>
              </a:ext>
            </a:extLst>
          </p:cNvPr>
          <p:cNvSpPr>
            <a:spLocks noGrp="1"/>
          </p:cNvSpPr>
          <p:nvPr>
            <p:ph type="ctrTitle"/>
          </p:nvPr>
        </p:nvSpPr>
        <p:spPr/>
        <p:txBody>
          <a:bodyPr/>
          <a:lstStyle/>
          <a:p>
            <a:r>
              <a:rPr lang="en-US" noProof="0" dirty="0"/>
              <a:t>Thank you for your engagement</a:t>
            </a:r>
          </a:p>
        </p:txBody>
      </p:sp>
      <p:sp>
        <p:nvSpPr>
          <p:cNvPr id="4" name="Platshållare för sidfot 3">
            <a:extLst>
              <a:ext uri="{FF2B5EF4-FFF2-40B4-BE49-F238E27FC236}">
                <a16:creationId xmlns:a16="http://schemas.microsoft.com/office/drawing/2014/main" id="{3EA64AB0-9A21-3FE1-A565-73FECBD18C50}"/>
              </a:ext>
            </a:extLst>
          </p:cNvPr>
          <p:cNvSpPr>
            <a:spLocks noGrp="1"/>
          </p:cNvSpPr>
          <p:nvPr>
            <p:ph type="ftr" sz="quarter" idx="11"/>
          </p:nvPr>
        </p:nvSpPr>
        <p:spPr/>
        <p:txBody>
          <a:bodyPr/>
          <a:lstStyle/>
          <a:p>
            <a:r>
              <a:rPr lang="en-US" dirty="0">
                <a:solidFill>
                  <a:schemeClr val="accent6"/>
                </a:solidFill>
              </a:rPr>
              <a:t>PROHI HT2026 · Group 2 · Seminar 28 September 2026</a:t>
            </a:r>
          </a:p>
        </p:txBody>
      </p:sp>
      <p:sp>
        <p:nvSpPr>
          <p:cNvPr id="5" name="Underrubrik 4">
            <a:extLst>
              <a:ext uri="{FF2B5EF4-FFF2-40B4-BE49-F238E27FC236}">
                <a16:creationId xmlns:a16="http://schemas.microsoft.com/office/drawing/2014/main" id="{7C32B4D4-3616-EA2A-5AA0-232158ADF863}"/>
              </a:ext>
            </a:extLst>
          </p:cNvPr>
          <p:cNvSpPr>
            <a:spLocks noGrp="1"/>
          </p:cNvSpPr>
          <p:nvPr>
            <p:ph type="subTitle" idx="1"/>
          </p:nvPr>
        </p:nvSpPr>
        <p:spPr/>
        <p:txBody>
          <a:bodyPr/>
          <a:lstStyle/>
          <a:p>
            <a:r>
              <a:rPr lang="en-US" noProof="0" dirty="0"/>
              <a:t>Yuanrui Zou, Evangelos Balanikas, Qizheng Zhao, Zoltan Kurhejja, Xuehai Wang, Anupom Das, Christian Schinkel, Kaiwen Huang</a:t>
            </a:r>
          </a:p>
        </p:txBody>
      </p:sp>
    </p:spTree>
    <p:extLst>
      <p:ext uri="{BB962C8B-B14F-4D97-AF65-F5344CB8AC3E}">
        <p14:creationId xmlns:p14="http://schemas.microsoft.com/office/powerpoint/2010/main" val="80014408"/>
      </p:ext>
    </p:extLst>
  </p:cSld>
  <p:clrMapOvr>
    <a:masterClrMapping/>
  </p:clrMapOvr>
</p:sld>
</file>

<file path=ppt/theme/theme1.xml><?xml version="1.0" encoding="utf-8"?>
<a:theme xmlns:a="http://schemas.openxmlformats.org/drawingml/2006/main" name="Stockholms Universitet">
  <a:themeElements>
    <a:clrScheme name="Stockholms Universitet - Färger Mörk">
      <a:dk1>
        <a:sysClr val="windowText" lastClr="000000"/>
      </a:dk1>
      <a:lt1>
        <a:sysClr val="window" lastClr="FFFFFF"/>
      </a:lt1>
      <a:dk2>
        <a:srgbClr val="002F5F"/>
      </a:dk2>
      <a:lt2>
        <a:srgbClr val="F8F8F8"/>
      </a:lt2>
      <a:accent1>
        <a:srgbClr val="FFFFFF"/>
      </a:accent1>
      <a:accent2>
        <a:srgbClr val="ACDEE6"/>
      </a:accent2>
      <a:accent3>
        <a:srgbClr val="9BB2CE"/>
      </a:accent3>
      <a:accent4>
        <a:srgbClr val="EB7125"/>
      </a:accent4>
      <a:accent5>
        <a:srgbClr val="A3A86B"/>
      </a:accent5>
      <a:accent6>
        <a:srgbClr val="33587F"/>
      </a:accent6>
      <a:hlink>
        <a:srgbClr val="FFFFFF"/>
      </a:hlink>
      <a:folHlink>
        <a:srgbClr val="ACDEE6"/>
      </a:folHlink>
    </a:clrScheme>
    <a:fontScheme name="Stockholms Universitet - Typsnit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dirty="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a:defPPr>
      </a:lstStyle>
    </a:txDef>
  </a:objectDefaults>
  <a:extraClrSchemeLst/>
  <a:extLst>
    <a:ext uri="{05A4C25C-085E-4340-85A3-A5531E510DB2}">
      <thm15:themeFamily xmlns:thm15="http://schemas.microsoft.com/office/thememl/2012/main" name="Stockholms universitet - Mörk.potx" id="{55A92D32-9989-4A22-AC21-030F6321F412}" vid="{B926C999-3D20-4301-881B-3530F66239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Stockholms Universitet - Färger">
      <a:dk1>
        <a:sysClr val="windowText" lastClr="000000"/>
      </a:dk1>
      <a:lt1>
        <a:sysClr val="window" lastClr="FFFFFF"/>
      </a:lt1>
      <a:dk2>
        <a:srgbClr val="002F5F"/>
      </a:dk2>
      <a:lt2>
        <a:srgbClr val="F8F8F8"/>
      </a:lt2>
      <a:accent1>
        <a:srgbClr val="002F5F"/>
      </a:accent1>
      <a:accent2>
        <a:srgbClr val="ACDEE6"/>
      </a:accent2>
      <a:accent3>
        <a:srgbClr val="9BB2CE"/>
      </a:accent3>
      <a:accent4>
        <a:srgbClr val="EB7125"/>
      </a:accent4>
      <a:accent5>
        <a:srgbClr val="A3A86B"/>
      </a:accent5>
      <a:accent6>
        <a:srgbClr val="33587F"/>
      </a:accent6>
      <a:hlink>
        <a:srgbClr val="002F5F"/>
      </a:hlink>
      <a:folHlink>
        <a:srgbClr val="33587F"/>
      </a:folHlink>
    </a:clrScheme>
    <a:fontScheme name="Stockholms Universitet - Typsnit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tema">
  <a:themeElements>
    <a:clrScheme name="Stockholms Universitet - Färger">
      <a:dk1>
        <a:sysClr val="windowText" lastClr="000000"/>
      </a:dk1>
      <a:lt1>
        <a:sysClr val="window" lastClr="FFFFFF"/>
      </a:lt1>
      <a:dk2>
        <a:srgbClr val="002F5F"/>
      </a:dk2>
      <a:lt2>
        <a:srgbClr val="F8F8F8"/>
      </a:lt2>
      <a:accent1>
        <a:srgbClr val="002F5F"/>
      </a:accent1>
      <a:accent2>
        <a:srgbClr val="ACDEE6"/>
      </a:accent2>
      <a:accent3>
        <a:srgbClr val="9BB2CE"/>
      </a:accent3>
      <a:accent4>
        <a:srgbClr val="EB7125"/>
      </a:accent4>
      <a:accent5>
        <a:srgbClr val="A3A86B"/>
      </a:accent5>
      <a:accent6>
        <a:srgbClr val="33587F"/>
      </a:accent6>
      <a:hlink>
        <a:srgbClr val="5F5F5F"/>
      </a:hlink>
      <a:folHlink>
        <a:srgbClr val="919191"/>
      </a:folHlink>
    </a:clrScheme>
    <a:fontScheme name="Stockholms Universitet - Typsnit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5AFF641-9837-4361-9718-D85FB1B0B86F}">
  <we:reference id="33491e4f-5d38-4c24-85cb-c5144f8a0d2f" version="1.0.0.0"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6B86A4C6-67CF-E248-B06A-E17DD1F0E12E}">
  <we:reference id="wa200010215" version="2.0.0.1" store="en-US" storeType="OMEX"/>
  <we:alternateReferences>
    <we:reference id="WA200010215" version="2.0.0.1" store="" storeType="OMEX"/>
  </we:alternateReferences>
  <we:properties>
    <we:property name="bps.codex_control.document_id" value="&quot;70835d10-046a-4cbd-89fe-a3dbc944d57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DEA9E5426AFC6429736A46F0DA455F2" ma:contentTypeVersion="3" ma:contentTypeDescription="Create a new document." ma:contentTypeScope="" ma:versionID="e4c8b3d6f7990df4f1d2d8a7ae0bdd44">
  <xsd:schema xmlns:xsd="http://www.w3.org/2001/XMLSchema" xmlns:xs="http://www.w3.org/2001/XMLSchema" xmlns:p="http://schemas.microsoft.com/office/2006/metadata/properties" xmlns:ns2="1f5dded1-1c70-4dcf-942e-13d22f48ba26" targetNamespace="http://schemas.microsoft.com/office/2006/metadata/properties" ma:root="true" ma:fieldsID="19812d7f122323a4ddec8ee848f22be1" ns2:_="">
    <xsd:import namespace="1f5dded1-1c70-4dcf-942e-13d22f48ba2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5dded1-1c70-4dcf-942e-13d22f48ba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EBAD6A-AFE5-46E0-9A90-AF4AB80FFBEE}">
  <ds:schemaRefs>
    <ds:schemaRef ds:uri="http://schemas.microsoft.com/sharepoint/v3/contenttype/forms"/>
  </ds:schemaRefs>
</ds:datastoreItem>
</file>

<file path=customXml/itemProps2.xml><?xml version="1.0" encoding="utf-8"?>
<ds:datastoreItem xmlns:ds="http://schemas.openxmlformats.org/officeDocument/2006/customXml" ds:itemID="{113D1B49-C289-42B9-9003-086CB8906C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5dded1-1c70-4dcf-942e-13d22f48ba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ABDA6A-1F6C-4B42-8544-08E5AE6AC91F}">
  <ds:schemaRefs>
    <ds:schemaRef ds:uri="http://purl.org/dc/terms/"/>
    <ds:schemaRef ds:uri="http://schemas.microsoft.com/office/2006/documentManagement/types"/>
    <ds:schemaRef ds:uri="http://www.w3.org/XML/1998/namespace"/>
    <ds:schemaRef ds:uri="1f5dded1-1c70-4dcf-942e-13d22f48ba26"/>
    <ds:schemaRef ds:uri="http://schemas.openxmlformats.org/package/2006/metadata/core-properties"/>
    <ds:schemaRef ds:uri="http://purl.org/dc/elements/1.1/"/>
    <ds:schemaRef ds:uri="http://schemas.microsoft.com/office/infopath/2007/PartnerControl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Stockholms Universitet</Template>
  <TotalTime>255</TotalTime>
  <Words>2406</Words>
  <Application>Microsoft Macintosh PowerPoint</Application>
  <PresentationFormat>Widescreen</PresentationFormat>
  <Paragraphs>246</Paragraphs>
  <Slides>22</Slides>
  <Notes>4</Notes>
  <HiddenSlides>3</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Arial</vt:lpstr>
      <vt:lpstr>Calibri</vt:lpstr>
      <vt:lpstr>Wingdings</vt:lpstr>
      <vt:lpstr>Stockholms Universitet</vt:lpstr>
      <vt:lpstr>Office Theme</vt:lpstr>
      <vt:lpstr>INSTRUKTIONER Dold sida, visas inte vid utskrift</vt:lpstr>
      <vt:lpstr>INSTRUKTIONER Dold sida, visas inte vid utskrift</vt:lpstr>
      <vt:lpstr>INSTRUKTIONER- TILLGÄNGLIGHETSANPASSNING Dold sida, visas inte vid utskrift</vt:lpstr>
      <vt:lpstr>Sepsis survival prediction</vt:lpstr>
      <vt:lpstr>Sepsis survival</vt:lpstr>
      <vt:lpstr>Definition</vt:lpstr>
      <vt:lpstr>Epidemiology</vt:lpstr>
      <vt:lpstr>Clinical Significance</vt:lpstr>
      <vt:lpstr>Dataset</vt:lpstr>
      <vt:lpstr>Sepsis Survival Minimal Clinical Records</vt:lpstr>
      <vt:lpstr>Setting</vt:lpstr>
      <vt:lpstr>Condition</vt:lpstr>
      <vt:lpstr>License</vt:lpstr>
      <vt:lpstr>One dataset supports four distinct decision questions</vt:lpstr>
      <vt:lpstr>Use Case 1: The hospital epidemiologist wants to understand the demographic and admission characteristics of patients with sepsis and describe overall outcomes.</vt:lpstr>
      <vt:lpstr>Use Case 2 - The user wants to investigate whether patient characteristics are associated with  the recorded outcome.</vt:lpstr>
      <vt:lpstr>Use Case 3 - The user wants to predict a patient's outcome during admission using the available minimum features. </vt:lpstr>
      <vt:lpstr>Use Case 4 - The hospital has limited available beds. Several patients have been referred for admission, and the administration wants to determine how to prioritize the available beds.</vt:lpstr>
      <vt:lpstr>AI can support the workflow—but accountability stays human</vt:lpstr>
      <vt:lpstr>References</vt:lpstr>
      <vt:lpstr>PowerPoint Presentation</vt:lpstr>
      <vt:lpstr>Thank you for your engagement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Schinkel</dc:creator>
  <cp:lastModifiedBy>Christian Schinkel</cp:lastModifiedBy>
  <cp:revision>4</cp:revision>
  <dcterms:created xsi:type="dcterms:W3CDTF">2026-09-25T07:37:47Z</dcterms:created>
  <dcterms:modified xsi:type="dcterms:W3CDTF">2026-09-27T13:48:51Z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0x010100FDEA9E5426AFC6429736A46F0DA455F2</vt:lpwstr>
  </property>
  <property fmtid="{D5CDD505-2E9C-101B-9397-08002B2CF9AE}" pid="3" name="Order">
    <vt:r8>32000</vt:r8>
  </property>
  <property fmtid="{D5CDD505-2E9C-101B-9397-08002B2CF9AE}" pid="4" name="MediaServiceImageTags">
    <vt:lpwstr/>
  </property>
  <property fmtid="{D5CDD505-2E9C-101B-9397-08002B2CF9AE}" pid="5" name="Godkänd">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xd_Signature">
    <vt:bool>false</vt:bool>
  </property>
</Properties>
</file>